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345" r:id="rId5"/>
    <p:sldId id="338" r:id="rId6"/>
    <p:sldId id="340" r:id="rId7"/>
    <p:sldId id="347" r:id="rId8"/>
    <p:sldId id="348" r:id="rId9"/>
    <p:sldId id="341" r:id="rId10"/>
    <p:sldId id="350" r:id="rId11"/>
    <p:sldId id="276" r:id="rId12"/>
    <p:sldId id="335" r:id="rId13"/>
    <p:sldId id="308" r:id="rId14"/>
    <p:sldId id="298" r:id="rId15"/>
    <p:sldId id="296" r:id="rId16"/>
    <p:sldId id="302" r:id="rId17"/>
    <p:sldId id="266" r:id="rId18"/>
    <p:sldId id="343" r:id="rId19"/>
    <p:sldId id="318" r:id="rId20"/>
    <p:sldId id="342" r:id="rId21"/>
    <p:sldId id="332" r:id="rId22"/>
    <p:sldId id="26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59D8547F-B3C6-41B7-AC15-B21357C26C2E}">
          <p14:sldIdLst>
            <p14:sldId id="345"/>
            <p14:sldId id="338"/>
            <p14:sldId id="340"/>
            <p14:sldId id="347"/>
            <p14:sldId id="348"/>
            <p14:sldId id="341"/>
            <p14:sldId id="350"/>
            <p14:sldId id="276"/>
            <p14:sldId id="335"/>
          </p14:sldIdLst>
        </p14:section>
        <p14:section name="Title/intro examples" id="{EAFC2341-9A9E-4C28-BFFA-6B825D0AC4BA}">
          <p14:sldIdLst>
            <p14:sldId id="308"/>
            <p14:sldId id="298"/>
          </p14:sldIdLst>
        </p14:section>
        <p14:section name="Section divider examples" id="{A9F40A45-B498-491F-B229-1F4185ACF804}">
          <p14:sldIdLst>
            <p14:sldId id="296"/>
            <p14:sldId id="302"/>
          </p14:sldIdLst>
        </p14:section>
        <p14:section name="Content slide examples" id="{C335665F-6942-4633-9A59-9BC53EDA1E36}">
          <p14:sldIdLst>
            <p14:sldId id="266"/>
            <p14:sldId id="343"/>
            <p14:sldId id="318"/>
            <p14:sldId id="342"/>
            <p14:sldId id="332"/>
          </p14:sldIdLst>
        </p14:section>
        <p14:section name="Closing slide example" id="{11C5BCDD-05AC-405B-8582-D9D1C38F3D1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EB81"/>
    <a:srgbClr val="E6DCFF"/>
    <a:srgbClr val="0041F0"/>
    <a:srgbClr val="DCAFFF"/>
    <a:srgbClr val="FF50A0"/>
    <a:srgbClr val="FF3246"/>
    <a:srgbClr val="00FFFF"/>
    <a:srgbClr val="D4D4D4"/>
    <a:srgbClr val="BE8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45" autoAdjust="0"/>
  </p:normalViewPr>
  <p:slideViewPr>
    <p:cSldViewPr snapToGrid="0" showGuides="1">
      <p:cViewPr varScale="1">
        <p:scale>
          <a:sx n="120" d="100"/>
          <a:sy n="120" d="100"/>
        </p:scale>
        <p:origin x="200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4/20/26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Arial" panose="020B0604020202020204" pitchFamily="34" charset="0"/>
      <a:buChar char="•"/>
      <a:defRPr sz="1000">
        <a:latin typeface="+mn-lt"/>
      </a:defRPr>
    </a:lvl2pPr>
    <a:lvl3pPr marL="342900" indent="-112713" algn="l">
      <a:buFont typeface="Arial" panose="020B0604020202020204" pitchFamily="34" charset="0"/>
      <a:buChar char="•"/>
      <a:defRPr sz="900">
        <a:latin typeface="+mn-lt"/>
      </a:defRPr>
    </a:lvl3pPr>
    <a:lvl4pPr marL="460375" indent="-112713" algn="l">
      <a:buFont typeface="Arial" panose="020B0604020202020204" pitchFamily="34" charset="0"/>
      <a:buChar char="•"/>
      <a:defRPr sz="800">
        <a:latin typeface="+mn-lt"/>
      </a:defRPr>
    </a:lvl4pPr>
    <a:lvl5pPr marL="571500" indent="-112713" algn="l">
      <a:buFont typeface="Arial" panose="020B0604020202020204" pitchFamily="34" charset="0"/>
      <a:buChar char="•"/>
      <a:defRPr sz="800">
        <a:latin typeface="+mn-lt"/>
      </a:defRPr>
    </a:lvl5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959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93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55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3608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0055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2160" userDrawn="1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70882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61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06091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48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05" userDrawn="1">
          <p15:clr>
            <a:srgbClr val="C35EA4"/>
          </p15:clr>
        </p15:guide>
        <p15:guide id="2" pos="3840" userDrawn="1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305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6" userDrawn="1">
          <p15:clr>
            <a:srgbClr val="C35EA4"/>
          </p15:clr>
        </p15:guide>
        <p15:guide id="2" pos="3840" userDrawn="1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856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5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292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0501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00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5399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562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190292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1964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8849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3729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5906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355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554CD-E019-4C08-B5A4-5F61D7C5C77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6E358-2729-446E-A347-B15F9BDA98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BA78113E-7EB8-4DE2-8CBF-D29C62304622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8215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E763AAD7-74C8-41FD-9725-0A3F857D6E2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86000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CD7EB03D-A4F9-4B94-8D66-50E64636E3D7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06131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agenda summary </a:t>
            </a:r>
            <a:r>
              <a:rPr lang="en-GB" dirty="0"/>
              <a:t>here in Palatino Linotype 24pt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Agenda title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AC36967-E06B-4969-8A84-34414BB2719E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9FC62F-A91E-4A96-A8DD-B514B9CC7898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876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B97E9-6648-4C18-B41E-51CD1E7E366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08054-D45D-43B9-A715-CB9811EA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085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8EF8B7-9D2C-4DDE-ABE1-8FC06C7B0A1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E4BD60C-9F72-40D7-86A8-E9D46FD1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117A191-D16A-460E-B7BA-7BF7C04A205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90092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61201FE-E268-4CDE-95EA-46510FB9E57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3EBB-4B76-4B76-A883-A5F8C55DD75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445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 userDrawn="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sub-headline here </a:t>
            </a:r>
            <a:r>
              <a:rPr lang="en-GB" dirty="0"/>
              <a:t>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Place text here 20pt</a:t>
            </a:r>
          </a:p>
          <a:p>
            <a:pPr lvl="1"/>
            <a:r>
              <a:rPr lang="en-US" dirty="0"/>
              <a:t>Second level 20pt</a:t>
            </a:r>
          </a:p>
          <a:p>
            <a:pPr lvl="2"/>
            <a:r>
              <a:rPr lang="en-US" dirty="0"/>
              <a:t>Third level 20pt</a:t>
            </a:r>
          </a:p>
          <a:p>
            <a:pPr lvl="3"/>
            <a:r>
              <a:rPr lang="en-US" dirty="0"/>
              <a:t>Fourth level 18pt</a:t>
            </a:r>
          </a:p>
          <a:p>
            <a:pPr lvl="4"/>
            <a:r>
              <a:rPr lang="en-US" dirty="0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2282C-BD3B-4F10-981C-FDEEBAADFF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98C7D2-83A7-4A9C-99DF-E18DFFFE1B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85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 userDrawn="1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202BE-D67B-4652-93F1-A99CED0D15E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C61CF-EB8A-421E-B9B8-AA3A4D90D3F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420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CFCDC-02F2-450B-8A41-6D602E21D74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D73D0-E25F-4121-B46E-C977B93C854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74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D801770-C3F9-4ABD-9427-010C745B605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BFFAF-2A5A-4146-8785-B71A2FFAD78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450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141B1F-78D9-4953-A12A-4B67B6AF38A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296DA2C-092A-4DF9-A6E7-8B070164528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99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5C63E-F15E-4C0B-AF50-21103AC68C3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D5FEE-951C-4AB1-A5BA-733E8D6B70A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975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E443840-6E6B-4EB9-979C-F63E32C2A658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5531F-1F72-4FFD-8F72-619B3652C1F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26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accent2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3109A-368D-4DCA-B078-4A0F050889E0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0C8D5-C033-461A-958D-290DCBC41F1C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86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F35D7-1CC8-4C79-A1E0-8638A1ED7CAD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01404-8E34-4C2F-8D99-239BD7B88412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034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84481-1B7D-4FEF-AD70-CBFD72F6213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B611A-32AD-4363-9F59-4DD34EEBD070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0E5A3736-C9C6-4311-80A7-2FFA47E25154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26028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Place text here, use indent to access other levels 20pt</a:t>
            </a:r>
          </a:p>
          <a:p>
            <a:pPr lvl="1"/>
            <a:r>
              <a:rPr lang="en-GB" dirty="0"/>
              <a:t>Second level 20pt</a:t>
            </a:r>
          </a:p>
          <a:p>
            <a:pPr lvl="2"/>
            <a:r>
              <a:rPr lang="en-GB" dirty="0"/>
              <a:t>Third level 20pt</a:t>
            </a:r>
          </a:p>
          <a:p>
            <a:pPr lvl="3"/>
            <a:r>
              <a:rPr lang="en-GB" dirty="0"/>
              <a:t>Fourth level 18pt</a:t>
            </a:r>
          </a:p>
          <a:p>
            <a:pPr lvl="4"/>
            <a:r>
              <a:rPr lang="en-GB" dirty="0"/>
              <a:t>Fifth level 18pt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30291C7-0C7B-43D2-8CFC-304243A1CD04}"/>
              </a:ext>
            </a:extLst>
          </p:cNvPr>
          <p:cNvSpPr>
            <a:spLocks noGrp="1"/>
          </p:cNvSpPr>
          <p:nvPr>
            <p:ph type="dt" sz="half" idx="6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EADAF-2195-4A35-8FEB-B95CCB8CCE5C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9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Drag picture to placeholder or click icon to add, then ‘Send to Back’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sub-headline here </a:t>
            </a:r>
            <a:r>
              <a:rPr lang="en-GB" dirty="0"/>
              <a:t>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84FC82-B8F8-4C4C-8DB2-C1B82A51B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C32B40-3B58-479B-A589-9823B0E14C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8D53ECFC-028B-4E16-9620-7FF8225BDC2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80181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sub-headline here</a:t>
            </a:r>
            <a:r>
              <a:rPr lang="en-GB" dirty="0"/>
              <a:t> 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BDB60-63D2-4785-893C-E73763A3728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511C9-42FA-4DE8-9CC5-2E1BE2E664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F77C3923-DF26-4DDD-85E3-7AA6D35E27B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49180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CC36B3-A978-4435-96FC-F8B3A1FA66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BAD95D-8CC0-461D-B13E-1E3ABF74564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11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86A7A-D9D5-47DA-82CE-8DBF6730F5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44972-5B37-42E7-9449-D3BA0BF560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45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CEE3D-E490-48C4-9EDD-A3D64349DFA9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4B91A-AC4F-4911-8401-AA8DD14F283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85A95DA0-4CC3-42BB-A186-3CFB82C7DFEA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>
                <a:solidFill>
                  <a:schemeClr val="bg1">
                    <a:alpha val="75000"/>
                  </a:schemeClr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6201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B70CB6-23E9-4FFC-BB1B-65EBB0571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5333969" cy="2393952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</a:t>
            </a:r>
          </a:p>
          <a:p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 dirty="0"/>
              <a:t>Drag picture to placeholder </a:t>
            </a:r>
          </a:p>
          <a:p>
            <a:pPr marL="228600" lvl="0" indent="-228600" algn="ctr"/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0A698-E7DB-4624-B7D9-5624ABB23E77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00E20-EA02-4CDC-95F3-0B3EA7041BD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270D0A86-B078-47E6-B09D-9429129BD76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>
                <a:solidFill>
                  <a:schemeClr val="bg1">
                    <a:alpha val="75000"/>
                  </a:schemeClr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36206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ED2B-6496-48D2-9FCC-98A919B6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5338B-4F4A-4077-99F7-2698BAA545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69CB13A-E4BB-46D3-936E-B4BD4E53CAA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23365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68B3B-7EEB-4EA8-993C-430603A16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A01CF-71D3-40C7-8168-8E9BC701A2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C9D1668-977E-453D-82ED-6ABCFF2804F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36137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headline here 54pt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91A68-0526-4B10-8725-674ED46D4C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A03CB-4264-4F68-9F35-0391A50E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BF2708B-7411-439F-ACDE-ACBD46CABC0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17234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E258A-0B44-43BE-A3B3-ECE0D5D5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1A548-5D5A-420A-BF48-ADAACADF16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3B5648-1933-4CE2-8092-54D37C74B7B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77EF44-2533-4C8A-9BCE-17E84D8B3A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6A793-E8C8-48E9-8AD9-3AA61015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C117D-BB63-449A-A809-AA330D35AF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(bullet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7455F6FE-666E-402E-9B6E-AF3462A6F6CE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29" r:id="rId2"/>
    <p:sldLayoutId id="2147483682" r:id="rId3"/>
    <p:sldLayoutId id="2147483734" r:id="rId4"/>
    <p:sldLayoutId id="2147483728" r:id="rId5"/>
    <p:sldLayoutId id="2147483733" r:id="rId6"/>
    <p:sldLayoutId id="2147483730" r:id="rId7"/>
    <p:sldLayoutId id="2147483681" r:id="rId8"/>
    <p:sldLayoutId id="2147483732" r:id="rId9"/>
    <p:sldLayoutId id="2147483731" r:id="rId10"/>
    <p:sldLayoutId id="2147483750" r:id="rId11"/>
    <p:sldLayoutId id="2147483649" r:id="rId12"/>
    <p:sldLayoutId id="2147483759" r:id="rId13"/>
    <p:sldLayoutId id="2147483760" r:id="rId14"/>
    <p:sldLayoutId id="2147483746" r:id="rId15"/>
    <p:sldLayoutId id="2147483751" r:id="rId16"/>
    <p:sldLayoutId id="2147483752" r:id="rId17"/>
    <p:sldLayoutId id="2147483748" r:id="rId18"/>
    <p:sldLayoutId id="2147483651" r:id="rId19"/>
    <p:sldLayoutId id="2147483721" r:id="rId20"/>
    <p:sldLayoutId id="2147483739" r:id="rId21"/>
    <p:sldLayoutId id="2147483737" r:id="rId22"/>
    <p:sldLayoutId id="2147483742" r:id="rId23"/>
    <p:sldLayoutId id="2147483724" r:id="rId24"/>
    <p:sldLayoutId id="2147483723" r:id="rId25"/>
    <p:sldLayoutId id="2147483725" r:id="rId26"/>
    <p:sldLayoutId id="2147483755" r:id="rId27"/>
    <p:sldLayoutId id="2147483757" r:id="rId28"/>
    <p:sldLayoutId id="2147483673" r:id="rId29"/>
    <p:sldLayoutId id="2147483653" r:id="rId30"/>
    <p:sldLayoutId id="2147483722" r:id="rId31"/>
    <p:sldLayoutId id="2147483693" r:id="rId32"/>
    <p:sldLayoutId id="2147483701" r:id="rId33"/>
    <p:sldLayoutId id="2147483668" r:id="rId34"/>
    <p:sldLayoutId id="2147483707" r:id="rId35"/>
    <p:sldLayoutId id="2147483714" r:id="rId36"/>
    <p:sldLayoutId id="2147483657" r:id="rId37"/>
    <p:sldLayoutId id="2147483679" r:id="rId38"/>
    <p:sldLayoutId id="2147483661" r:id="rId39"/>
    <p:sldLayoutId id="2147483754" r:id="rId40"/>
    <p:sldLayoutId id="2147483678" r:id="rId41"/>
    <p:sldLayoutId id="2147483663" r:id="rId42"/>
    <p:sldLayoutId id="2147483667" r:id="rId43"/>
    <p:sldLayoutId id="2147483726" r:id="rId44"/>
    <p:sldLayoutId id="2147483688" r:id="rId45"/>
    <p:sldLayoutId id="2147483655" r:id="rId46"/>
    <p:sldLayoutId id="2147483745" r:id="rId47"/>
    <p:sldLayoutId id="2147483741" r:id="rId48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randspace.accentur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Relationship Id="rId5" Type="http://schemas.openxmlformats.org/officeDocument/2006/relationships/hyperlink" Target="https://kxdocuments.accenture.com/contribution/204f6372-653e-48fa-a0a0-11ac5b1fb4e9" TargetMode="External"/><Relationship Id="rId4" Type="http://schemas.openxmlformats.org/officeDocument/2006/relationships/hyperlink" Target="mailto:brandsupport@accenture.co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hyperlink" Target="https://brandspace.accenture.com/" TargetMode="External"/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brandsupport@accenture.com" TargetMode="External"/><Relationship Id="rId2" Type="http://schemas.openxmlformats.org/officeDocument/2006/relationships/hyperlink" Target="https://brandspace.accenture.com/" TargetMode="External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jpg"/><Relationship Id="rId18" Type="http://schemas.openxmlformats.org/officeDocument/2006/relationships/image" Target="../media/image33.jpg"/><Relationship Id="rId26" Type="http://schemas.openxmlformats.org/officeDocument/2006/relationships/image" Target="../media/image41.jpg"/><Relationship Id="rId3" Type="http://schemas.openxmlformats.org/officeDocument/2006/relationships/image" Target="../media/image18.jpg"/><Relationship Id="rId21" Type="http://schemas.openxmlformats.org/officeDocument/2006/relationships/image" Target="../media/image36.jpg"/><Relationship Id="rId34" Type="http://schemas.openxmlformats.org/officeDocument/2006/relationships/image" Target="../media/image49.png"/><Relationship Id="rId7" Type="http://schemas.openxmlformats.org/officeDocument/2006/relationships/image" Target="../media/image22.jpg"/><Relationship Id="rId12" Type="http://schemas.openxmlformats.org/officeDocument/2006/relationships/image" Target="../media/image27.jpg"/><Relationship Id="rId17" Type="http://schemas.openxmlformats.org/officeDocument/2006/relationships/image" Target="../media/image32.jpg"/><Relationship Id="rId25" Type="http://schemas.openxmlformats.org/officeDocument/2006/relationships/image" Target="../media/image40.jpg"/><Relationship Id="rId33" Type="http://schemas.openxmlformats.org/officeDocument/2006/relationships/image" Target="../media/image48.jpg"/><Relationship Id="rId2" Type="http://schemas.openxmlformats.org/officeDocument/2006/relationships/image" Target="../media/image17.jpg"/><Relationship Id="rId16" Type="http://schemas.openxmlformats.org/officeDocument/2006/relationships/image" Target="../media/image31.jpg"/><Relationship Id="rId20" Type="http://schemas.openxmlformats.org/officeDocument/2006/relationships/image" Target="../media/image35.jpg"/><Relationship Id="rId29" Type="http://schemas.openxmlformats.org/officeDocument/2006/relationships/image" Target="../media/image44.jp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21.jpg"/><Relationship Id="rId11" Type="http://schemas.openxmlformats.org/officeDocument/2006/relationships/image" Target="../media/image26.jpg"/><Relationship Id="rId24" Type="http://schemas.openxmlformats.org/officeDocument/2006/relationships/image" Target="../media/image39.jpg"/><Relationship Id="rId32" Type="http://schemas.openxmlformats.org/officeDocument/2006/relationships/image" Target="../media/image47.jpg"/><Relationship Id="rId5" Type="http://schemas.openxmlformats.org/officeDocument/2006/relationships/image" Target="../media/image20.jpg"/><Relationship Id="rId15" Type="http://schemas.openxmlformats.org/officeDocument/2006/relationships/image" Target="../media/image30.jpg"/><Relationship Id="rId23" Type="http://schemas.openxmlformats.org/officeDocument/2006/relationships/image" Target="../media/image38.jpg"/><Relationship Id="rId28" Type="http://schemas.openxmlformats.org/officeDocument/2006/relationships/image" Target="../media/image43.jpg"/><Relationship Id="rId36" Type="http://schemas.openxmlformats.org/officeDocument/2006/relationships/image" Target="../media/image51.jpg"/><Relationship Id="rId10" Type="http://schemas.openxmlformats.org/officeDocument/2006/relationships/image" Target="../media/image25.jpg"/><Relationship Id="rId19" Type="http://schemas.openxmlformats.org/officeDocument/2006/relationships/image" Target="../media/image34.jpg"/><Relationship Id="rId31" Type="http://schemas.openxmlformats.org/officeDocument/2006/relationships/image" Target="../media/image46.jpg"/><Relationship Id="rId4" Type="http://schemas.openxmlformats.org/officeDocument/2006/relationships/image" Target="../media/image19.jpg"/><Relationship Id="rId9" Type="http://schemas.openxmlformats.org/officeDocument/2006/relationships/image" Target="../media/image24.jpg"/><Relationship Id="rId14" Type="http://schemas.openxmlformats.org/officeDocument/2006/relationships/image" Target="../media/image29.jpg"/><Relationship Id="rId22" Type="http://schemas.openxmlformats.org/officeDocument/2006/relationships/image" Target="../media/image37.jpg"/><Relationship Id="rId27" Type="http://schemas.openxmlformats.org/officeDocument/2006/relationships/image" Target="../media/image42.jpg"/><Relationship Id="rId30" Type="http://schemas.openxmlformats.org/officeDocument/2006/relationships/image" Target="../media/image45.jpg"/><Relationship Id="rId35" Type="http://schemas.openxmlformats.org/officeDocument/2006/relationships/image" Target="../media/image50.jpg"/><Relationship Id="rId8" Type="http://schemas.openxmlformats.org/officeDocument/2006/relationships/image" Target="../media/image23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2AD61CE-9FDB-4F62-9AD2-A7DEB3E14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800100"/>
          </a:xfrm>
        </p:spPr>
        <p:txBody>
          <a:bodyPr/>
          <a:lstStyle/>
          <a:p>
            <a:r>
              <a:rPr lang="en-GB" dirty="0"/>
              <a:t>Getting started with this template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FD57BF-538E-48B6-AFFF-6B687FCC3ADB}"/>
              </a:ext>
            </a:extLst>
          </p:cNvPr>
          <p:cNvSpPr txBox="1"/>
          <p:nvPr/>
        </p:nvSpPr>
        <p:spPr>
          <a:xfrm>
            <a:off x="380999" y="1128714"/>
            <a:ext cx="5638295" cy="16871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defTabSz="228600">
              <a:spcAft>
                <a:spcPts val="1200"/>
              </a:spcAft>
              <a:defRPr/>
            </a:pPr>
            <a:r>
              <a:rPr lang="en-GB" sz="2000" b="1" dirty="0"/>
              <a:t>How are you using this PPT?</a:t>
            </a:r>
          </a:p>
          <a:p>
            <a:pPr lvl="0" defTabSz="228600">
              <a:spcAft>
                <a:spcPts val="1200"/>
              </a:spcAft>
              <a:defRPr/>
            </a:pPr>
            <a:r>
              <a:rPr lang="en-GB" sz="1600" b="1" dirty="0">
                <a:solidFill>
                  <a:srgbClr val="A100FF"/>
                </a:solidFill>
              </a:rPr>
              <a:t>Live presentation vs. document</a:t>
            </a:r>
          </a:p>
          <a:p>
            <a:pPr defTabSz="228600">
              <a:spcAft>
                <a:spcPts val="1200"/>
              </a:spcAft>
            </a:pPr>
            <a:r>
              <a:rPr lang="en-GB" sz="1600" dirty="0">
                <a:solidFill>
                  <a:srgbClr val="000000"/>
                </a:solidFill>
              </a:rPr>
              <a:t>Avoid longform content on a Presentation deck; include headlines and key points, NOT your presentation script. Add extra information in the Notes section if needed.</a:t>
            </a:r>
            <a:br>
              <a:rPr lang="en-GB" sz="1600" dirty="0">
                <a:solidFill>
                  <a:srgbClr val="000000"/>
                </a:solidFill>
              </a:rPr>
            </a:br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890242-9C2A-433B-8648-A083BEFDBF1D}"/>
              </a:ext>
            </a:extLst>
          </p:cNvPr>
          <p:cNvSpPr txBox="1"/>
          <p:nvPr/>
        </p:nvSpPr>
        <p:spPr>
          <a:xfrm>
            <a:off x="457705" y="2936320"/>
            <a:ext cx="5638295" cy="15872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defTabSz="228600">
              <a:spcAft>
                <a:spcPts val="1200"/>
              </a:spcAft>
              <a:defRPr/>
            </a:pPr>
            <a:r>
              <a:rPr lang="en-GB" sz="2000" b="1" dirty="0">
                <a:solidFill>
                  <a:srgbClr val="000000"/>
                </a:solidFill>
              </a:rPr>
              <a:t>Brand Guidelines and Asset Library</a:t>
            </a:r>
            <a:endParaRPr lang="en-GB" sz="2000" dirty="0">
              <a:solidFill>
                <a:srgbClr val="000000"/>
              </a:solidFill>
            </a:endParaRPr>
          </a:p>
          <a:p>
            <a:pPr lvl="0" defTabSz="228600">
              <a:spcAft>
                <a:spcPts val="1200"/>
              </a:spcAft>
              <a:defRPr/>
            </a:pPr>
            <a:r>
              <a:rPr lang="en-GB" sz="1600" dirty="0">
                <a:solidFill>
                  <a:srgbClr val="000000"/>
                </a:solidFill>
              </a:rPr>
              <a:t>Our expansive asset library including fonts, photography, iconography and custom slides are available </a:t>
            </a:r>
            <a:r>
              <a:rPr lang="en-GB" sz="1600" u="sng" dirty="0">
                <a:solidFill>
                  <a:srgbClr val="A100FF"/>
                </a:solidFill>
              </a:rPr>
              <a:t>on </a:t>
            </a:r>
            <a:r>
              <a:rPr lang="en-GB" sz="1600" u="sng" dirty="0">
                <a:solidFill>
                  <a:srgbClr val="A100FF"/>
                </a:solidFill>
                <a:hlinkClick r:id="rId3"/>
              </a:rPr>
              <a:t>Accenture</a:t>
            </a:r>
            <a:r>
              <a:rPr lang="en-GB" sz="1600" u="sng" dirty="0">
                <a:solidFill>
                  <a:srgbClr val="A100FF"/>
                </a:solidFill>
              </a:rPr>
              <a:t> Brand Space</a:t>
            </a:r>
            <a:r>
              <a:rPr lang="en-GB" sz="1600" dirty="0">
                <a:solidFill>
                  <a:srgbClr val="A100FF"/>
                </a:solidFill>
              </a:rPr>
              <a:t>.</a:t>
            </a:r>
            <a:endParaRPr lang="en-GB" sz="1600" dirty="0">
              <a:solidFill>
                <a:srgbClr val="000000"/>
              </a:solidFill>
            </a:endParaRPr>
          </a:p>
          <a:p>
            <a:pPr lvl="0" defTabSz="228600">
              <a:spcAft>
                <a:spcPts val="1200"/>
              </a:spcAft>
              <a:defRPr/>
            </a:pPr>
            <a:r>
              <a:rPr lang="en-GB" sz="1600" dirty="0">
                <a:solidFill>
                  <a:srgbClr val="000000"/>
                </a:solidFill>
              </a:rPr>
              <a:t>Contact </a:t>
            </a:r>
            <a:r>
              <a:rPr lang="en-GB" sz="1600" u="sng" dirty="0">
                <a:solidFill>
                  <a:srgbClr val="A100FF"/>
                </a:solidFill>
                <a:hlinkClick r:id="rId4"/>
              </a:rPr>
              <a:t>brandsupport</a:t>
            </a:r>
            <a:r>
              <a:rPr lang="en-GB" sz="1600" dirty="0">
                <a:solidFill>
                  <a:srgbClr val="A100FF"/>
                </a:solidFill>
                <a:hlinkClick r:id="rId4"/>
              </a:rPr>
              <a:t>@accenture.com</a:t>
            </a:r>
            <a:r>
              <a:rPr lang="en-GB" sz="1600" dirty="0"/>
              <a:t> for more</a:t>
            </a:r>
            <a:r>
              <a:rPr lang="en-GB" sz="1600" dirty="0">
                <a:solidFill>
                  <a:srgbClr val="000000"/>
                </a:solidFill>
              </a:rPr>
              <a:t> info.</a:t>
            </a:r>
            <a:br>
              <a:rPr lang="en-GB" sz="1600" dirty="0">
                <a:solidFill>
                  <a:srgbClr val="000000"/>
                </a:solidFill>
              </a:rPr>
            </a:br>
            <a:endParaRPr lang="en-GB" sz="1600" dirty="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14FBFF-9238-464D-87F1-DA21CC2BA08A}"/>
              </a:ext>
            </a:extLst>
          </p:cNvPr>
          <p:cNvSpPr txBox="1"/>
          <p:nvPr/>
        </p:nvSpPr>
        <p:spPr>
          <a:xfrm>
            <a:off x="457705" y="4768455"/>
            <a:ext cx="5524500" cy="16165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  <a:defRPr/>
            </a:pPr>
            <a:r>
              <a:rPr lang="en-GB" sz="2000" b="1" dirty="0"/>
              <a:t>Use of photography</a:t>
            </a:r>
          </a:p>
          <a:p>
            <a:pPr defTabSz="228600">
              <a:spcAft>
                <a:spcPts val="1200"/>
              </a:spcAft>
              <a:defRPr/>
            </a:pPr>
            <a:r>
              <a:rPr lang="en-GB" sz="1600" dirty="0">
                <a:solidFill>
                  <a:srgbClr val="000000"/>
                </a:solidFill>
              </a:rPr>
              <a:t>Select background photographs from the approved photos in the image library. Choose photos based on relevance to the content being presented.</a:t>
            </a:r>
            <a:endParaRPr lang="en-GB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A165CA-B56C-4E98-BE21-0C8D498535A4}"/>
              </a:ext>
            </a:extLst>
          </p:cNvPr>
          <p:cNvSpPr txBox="1"/>
          <p:nvPr/>
        </p:nvSpPr>
        <p:spPr>
          <a:xfrm>
            <a:off x="6583804" y="1213954"/>
            <a:ext cx="5319287" cy="31296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PPT tips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Guides and grids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750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Make use of Guides set within this template. 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View &gt; checkmark ‘Guides’.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 indent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750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 the indent buttons to increase or decrease text formatting levels. 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Shortcut: Alt + Shift + (Arrow Right to increase or Arrow Left to decrease).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E3FCA9-47CB-48A9-B8F4-FD10157A7F65}"/>
              </a:ext>
            </a:extLst>
          </p:cNvPr>
          <p:cNvSpPr txBox="1"/>
          <p:nvPr/>
        </p:nvSpPr>
        <p:spPr>
          <a:xfrm>
            <a:off x="6481197" y="4848012"/>
            <a:ext cx="5253098" cy="11340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  <a:defRPr/>
            </a:pPr>
            <a:r>
              <a:rPr lang="en-GB" sz="1600" b="1" dirty="0">
                <a:solidFill>
                  <a:srgbClr val="A100FF"/>
                </a:solidFill>
              </a:rPr>
              <a:t>Try the Quick Presentation Toolkit</a:t>
            </a:r>
          </a:p>
          <a:p>
            <a:pPr defTabSz="228600">
              <a:spcAft>
                <a:spcPts val="1200"/>
              </a:spcAft>
              <a:defRPr/>
            </a:pPr>
            <a:r>
              <a:rPr lang="en-US" sz="1600" dirty="0"/>
              <a:t>It’s designed to </a:t>
            </a:r>
            <a:r>
              <a:rPr lang="en-US" sz="1600" dirty="0">
                <a:hlinkClick r:id="rId5"/>
              </a:rPr>
              <a:t>help you create powerful PPT presentations </a:t>
            </a:r>
            <a:r>
              <a:rPr lang="en-US" sz="1600" dirty="0"/>
              <a:t>while saving you time and frustration.</a:t>
            </a:r>
            <a:endParaRPr lang="en-GB" sz="1600" dirty="0">
              <a:solidFill>
                <a:srgbClr val="0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A94189-672A-4262-8F27-15A75AB674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021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8274108-4502-4F70-A64B-AB2C94FEB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footers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6AF36CC-6458-4AC3-87CB-1F29197410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Copyright or other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196DD-08C4-4F5B-ABD1-8EF9E42915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From the Ribbon, click the Insert tab and click Header &amp; Footer in the Text group</a:t>
            </a:r>
          </a:p>
          <a:p>
            <a:r>
              <a:rPr lang="en-GB" dirty="0"/>
              <a:t>In the dialog box (shown right), check the box next to “Footer,” if it isn’t already</a:t>
            </a:r>
          </a:p>
          <a:p>
            <a:r>
              <a:rPr lang="en-GB" dirty="0"/>
              <a:t>The default footer text reads “Copyright © 202</a:t>
            </a:r>
            <a:r>
              <a:rPr lang="pl-PL" dirty="0"/>
              <a:t>3</a:t>
            </a:r>
            <a:r>
              <a:rPr lang="en-GB" dirty="0"/>
              <a:t> Accenture. All rights reserved”</a:t>
            </a:r>
          </a:p>
          <a:p>
            <a:r>
              <a:rPr lang="en-GB" dirty="0"/>
              <a:t>Change the text or leave as the default</a:t>
            </a:r>
          </a:p>
          <a:p>
            <a:r>
              <a:rPr lang="en-GB" dirty="0"/>
              <a:t>Click ‘Apply’ to apply the footer only to the slide you're currently working on; or click ‘Apply to All’ if you want it to appear on all your slides</a:t>
            </a:r>
          </a:p>
          <a:p>
            <a:r>
              <a:rPr lang="en-GB" dirty="0"/>
              <a:t>“Don’t show on title slide” can remain unchecked, the footer is not present on title slide masters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5D383-83BB-4A31-A2EE-01DBF624E48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028AB9-8318-774F-BEA3-CECF4EDC87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773"/>
          <a:stretch/>
        </p:blipFill>
        <p:spPr>
          <a:xfrm>
            <a:off x="6643960" y="780415"/>
            <a:ext cx="4786040" cy="552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57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8274108-4502-4F70-A64B-AB2C94FEB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footers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656A4A-73A7-431B-AC07-B34E075BD2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Presentation date on title masters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196DD-08C4-4F5B-ABD1-8EF9E42915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1800" dirty="0"/>
              <a:t>From the Ribbon, click the Insert tab and click Header &amp; Footer in the Text group</a:t>
            </a:r>
          </a:p>
          <a:p>
            <a:r>
              <a:rPr lang="en-GB" sz="1800" dirty="0"/>
              <a:t>In the dialog box check the box next to “Date and time” and select either an automatic or fixed date</a:t>
            </a:r>
          </a:p>
          <a:p>
            <a:r>
              <a:rPr lang="en-GB" sz="1800" dirty="0"/>
              <a:t>Automatic dates have a selection of formats available from the drop–down menu</a:t>
            </a:r>
          </a:p>
          <a:p>
            <a:r>
              <a:rPr lang="en-GB" sz="1800" dirty="0"/>
              <a:t>Note as shown, the date on title slides will reflect your date format selection or custom text input in the Header and Footer menu</a:t>
            </a:r>
            <a:endParaRPr lang="en-US" sz="1800" dirty="0"/>
          </a:p>
        </p:txBody>
      </p:sp>
      <p:pic>
        <p:nvPicPr>
          <p:cNvPr id="9" name="Content Placeholder 8" descr="All informative images must include a description for screen readers. All informative images must include a description for screen readers. If descriptive information is available in nearby text, it should not be repeated in the alt text for an image.">
            <a:extLst>
              <a:ext uri="{FF2B5EF4-FFF2-40B4-BE49-F238E27FC236}">
                <a16:creationId xmlns:a16="http://schemas.microsoft.com/office/drawing/2014/main" id="{C29CA7BC-CE98-4697-832F-B111BC1CA25D}"/>
              </a:ext>
            </a:extLst>
          </p:cNvPr>
          <p:cNvPicPr>
            <a:picLocks noGrp="1" noChangeAspect="1"/>
          </p:cNvPicPr>
          <p:nvPr>
            <p:ph sz="half" idx="18"/>
          </p:nvPr>
        </p:nvPicPr>
        <p:blipFill>
          <a:blip r:embed="rId2"/>
          <a:stretch/>
        </p:blipFill>
        <p:spPr>
          <a:xfrm>
            <a:off x="7103680" y="380999"/>
            <a:ext cx="4707321" cy="3250003"/>
          </a:xfrm>
        </p:spPr>
      </p:pic>
      <p:pic>
        <p:nvPicPr>
          <p:cNvPr id="7" name="Picture 6" descr="All informative images must include a description for screen readers. All informative images must include a description for screen readers. If descriptive information is available in nearby text, it should not be repeated in the alt text for an image.">
            <a:extLst>
              <a:ext uri="{FF2B5EF4-FFF2-40B4-BE49-F238E27FC236}">
                <a16:creationId xmlns:a16="http://schemas.microsoft.com/office/drawing/2014/main" id="{33B25EC2-88D9-47FA-8666-B84D41654E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0014" r="38124" b="1687"/>
          <a:stretch/>
        </p:blipFill>
        <p:spPr>
          <a:xfrm>
            <a:off x="7103678" y="3873062"/>
            <a:ext cx="4707321" cy="2494829"/>
          </a:xfrm>
          <a:prstGeom prst="rect">
            <a:avLst/>
          </a:prstGeom>
        </p:spPr>
      </p:pic>
      <p:sp>
        <p:nvSpPr>
          <p:cNvPr id="10" name="Rectangle 9" descr="Update the date accordingly">
            <a:extLst>
              <a:ext uri="{FF2B5EF4-FFF2-40B4-BE49-F238E27FC236}">
                <a16:creationId xmlns:a16="http://schemas.microsoft.com/office/drawing/2014/main" id="{41129BA0-1BE3-4BB5-82A1-143048A79EBE}"/>
              </a:ext>
            </a:extLst>
          </p:cNvPr>
          <p:cNvSpPr/>
          <p:nvPr/>
        </p:nvSpPr>
        <p:spPr>
          <a:xfrm>
            <a:off x="7315200" y="5457460"/>
            <a:ext cx="1170846" cy="176219"/>
          </a:xfrm>
          <a:prstGeom prst="rect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5D383-83BB-4A31-A2EE-01DBF624E48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8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3D6C8-9CCC-4805-A96C-27DBD5393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make your story impactful</a:t>
            </a:r>
            <a:endParaRPr lang="en-US" dirty="0"/>
          </a:p>
        </p:txBody>
      </p:sp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9D50F607-731D-41D4-AC18-FC292870DF7E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381000" y="118872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10824910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62112652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45714604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203017935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56535499"/>
                    </a:ext>
                  </a:extLst>
                </a:gridCol>
              </a:tblGrid>
              <a:tr h="2560320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endParaRPr lang="en-US" sz="1800" b="1" i="0" kern="1200" noProof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Get to </a:t>
                      </a:r>
                      <a:b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the point 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Put benefits front and center with a minimum of distraction. 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Speak </a:t>
                      </a:r>
                      <a:b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human 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People are what matter most to us. Emotions are powerful things. Use them. 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endParaRPr lang="en-US" sz="1800" b="1" i="0" kern="1200" noProof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Make it </a:t>
                      </a:r>
                      <a:b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visual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GB" sz="13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Try to replace text with large images or numbers when possible. The majority of your slides’ content (at least 60%) should be visual. Your audience can read. 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</a:t>
                      </a: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Kill your darlings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GB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may have a personal </a:t>
                      </a:r>
                      <a:r>
                        <a:rPr lang="en-GB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favorite</a:t>
                      </a:r>
                      <a:r>
                        <a:rPr lang="en-GB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that you spent hours refining. But if that slide doesn’t advance the narrative or offer important new information, lose it. 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</a:t>
                      </a:r>
                      <a:endParaRPr lang="en-US" sz="1800" b="1" i="0" kern="1200" noProof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Don’t bury the lede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It’s a golden rule of journalism, and it holds true here, too.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299103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</a:t>
                      </a:r>
                      <a:endParaRPr lang="en-US" sz="1800" b="1" i="0" kern="1200" noProof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Be provocative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Don’t be afraid to explore emotions and thoughts in the service of your idea.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</a:t>
                      </a: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Use visual chapters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Doing the same thing page after page is a recipe for boredom. Mix it up. Give eyes and attention spans a break by sprinkling in bold thematic imagery.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</a:t>
                      </a:r>
                      <a:endParaRPr lang="en-US" sz="1800" b="1" i="0" kern="1200" noProof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Be </a:t>
                      </a:r>
                      <a:b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concise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20 words or less. Ruthlessly edit yourself. Minimum text; maximum impact. 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</a:t>
                      </a: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Go easy on the eyes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 your text 16-point or larger. Your audience (and their optometrists) will thank you. Text won’t fit? Refer back to rule #8.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endParaRPr lang="en-US" sz="13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62793806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B12E1-4871-4656-AAD8-389E4008C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15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F963C-B1CC-4EC9-A444-97D7D5A1A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structure a great story</a:t>
            </a:r>
            <a:endParaRPr lang="en-US" dirty="0"/>
          </a:p>
        </p:txBody>
      </p:sp>
      <p:graphicFrame>
        <p:nvGraphicFramePr>
          <p:cNvPr id="16" name="Table 5">
            <a:extLst>
              <a:ext uri="{FF2B5EF4-FFF2-40B4-BE49-F238E27FC236}">
                <a16:creationId xmlns:a16="http://schemas.microsoft.com/office/drawing/2014/main" id="{4EA6F492-EE01-426A-84E1-68247038C4A5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381000" y="118872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621126524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145714604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203017935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56535499"/>
                    </a:ext>
                  </a:extLst>
                </a:gridCol>
              </a:tblGrid>
              <a:tr h="2560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The</a:t>
                      </a:r>
                      <a:b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hook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Tell a personal story, make a startling assertion, or introduce a “what if” scenario that sparks imagination.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endParaRPr lang="en-US" sz="1800" b="1" i="0" kern="1200" noProof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Characters and context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 the stage by introducing the people, places, things, and events that have led to this moment. Your audience is always the hero.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 mission and destination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Paint a picture of what your audience wants to achieve and what they’re setting out to do.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</a:t>
                      </a: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 “monster” or big 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j-lt"/>
                        </a:rPr>
                        <a:t>c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hallenge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Describe what’s in their way – what makes this journey difficult and what they will need to overcome to be successful.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299103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</a:t>
                      </a: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New “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j-lt"/>
                        </a:rPr>
                        <a:t>s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uper 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j-lt"/>
                        </a:rPr>
                        <a:t>p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owers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j-lt"/>
                        </a:rPr>
                        <a:t>”</a:t>
                      </a:r>
                      <a:endParaRPr lang="en-US" sz="2400" b="1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Share the 3-4 capabilities or solutions that will help your audience defeat the monster and reach their destination.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</a:t>
                      </a:r>
                      <a:endParaRPr lang="en-US" sz="1800" b="1" i="0" kern="1200" noProof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 climax or outcome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Reveal the ultimate outcome when the monster is defeated and the destination is reached.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</a:t>
                      </a: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 new 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j-lt"/>
                        </a:rPr>
                        <a:t>l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ife with new 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j-lt"/>
                        </a:rPr>
                        <a:t>a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ction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Tell your audience about the first step on their journey – the action you want them to take.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endParaRPr lang="en-US" sz="13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62793806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B62EB-C114-4741-8750-0BAFD58C2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591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BE84C-E5B6-452D-A67C-6435F4B76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800100"/>
          </a:xfrm>
        </p:spPr>
        <p:txBody>
          <a:bodyPr/>
          <a:lstStyle/>
          <a:p>
            <a:r>
              <a:rPr lang="en-US" dirty="0"/>
              <a:t>Colors and gradients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464D8A-5BE2-42D6-A3F4-5DD1A688356F}"/>
              </a:ext>
            </a:extLst>
          </p:cNvPr>
          <p:cNvSpPr txBox="1"/>
          <p:nvPr/>
        </p:nvSpPr>
        <p:spPr>
          <a:xfrm>
            <a:off x="387310" y="876108"/>
            <a:ext cx="5715000" cy="24594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noProof="0" dirty="0"/>
              <a:t>This template’s color theme and custom colors palette include </a:t>
            </a:r>
            <a:r>
              <a:rPr lang="en-US" dirty="0"/>
              <a:t>our neutrals, core purples, accent purples </a:t>
            </a:r>
            <a:r>
              <a:rPr lang="en-US" noProof="0" dirty="0"/>
              <a:t>and secondary colors. Accent purples and secondary colors should be used with care, according to the proportions shown to the right. </a:t>
            </a:r>
          </a:p>
          <a:p>
            <a:pPr defTabSz="228600">
              <a:spcAft>
                <a:spcPts val="1200"/>
              </a:spcAft>
            </a:pPr>
            <a:r>
              <a:rPr lang="en-US" dirty="0"/>
              <a:t>For printing, choose </a:t>
            </a:r>
            <a:br>
              <a:rPr lang="en-US" dirty="0"/>
            </a:br>
            <a:r>
              <a:rPr lang="en-US" dirty="0"/>
              <a:t>slide layouts with </a:t>
            </a:r>
            <a:br>
              <a:rPr lang="en-US" dirty="0"/>
            </a:br>
            <a:r>
              <a:rPr lang="en-US" dirty="0"/>
              <a:t>white backgrounds. </a:t>
            </a:r>
          </a:p>
        </p:txBody>
      </p:sp>
      <p:grpSp>
        <p:nvGrpSpPr>
          <p:cNvPr id="12" name="Group 11" descr="Use of theme and custom colors">
            <a:extLst>
              <a:ext uri="{FF2B5EF4-FFF2-40B4-BE49-F238E27FC236}">
                <a16:creationId xmlns:a16="http://schemas.microsoft.com/office/drawing/2014/main" id="{FD5517DC-8018-48FD-A93E-A9653D28D69C}"/>
              </a:ext>
            </a:extLst>
          </p:cNvPr>
          <p:cNvGrpSpPr/>
          <p:nvPr/>
        </p:nvGrpSpPr>
        <p:grpSpPr>
          <a:xfrm>
            <a:off x="2809647" y="2807352"/>
            <a:ext cx="3825203" cy="3449828"/>
            <a:chOff x="3020733" y="2920333"/>
            <a:chExt cx="3825203" cy="3449828"/>
          </a:xfrm>
        </p:grpSpPr>
        <p:pic>
          <p:nvPicPr>
            <p:cNvPr id="7" name="Picture 6" descr="A picture containing graphical user interface, application for theme colors.">
              <a:extLst>
                <a:ext uri="{FF2B5EF4-FFF2-40B4-BE49-F238E27FC236}">
                  <a16:creationId xmlns:a16="http://schemas.microsoft.com/office/drawing/2014/main" id="{68C8217C-D108-42BD-9BD5-8A09F744C0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188" t="1141" r="2303" b="2191"/>
            <a:stretch/>
          </p:blipFill>
          <p:spPr>
            <a:xfrm>
              <a:off x="3020733" y="3522619"/>
              <a:ext cx="2325944" cy="2847542"/>
            </a:xfrm>
            <a:prstGeom prst="rect">
              <a:avLst/>
            </a:prstGeom>
          </p:spPr>
        </p:pic>
        <p:cxnSp>
          <p:nvCxnSpPr>
            <p:cNvPr id="18" name="Connector: Elbow 17" descr="Neutrals">
              <a:extLst>
                <a:ext uri="{FF2B5EF4-FFF2-40B4-BE49-F238E27FC236}">
                  <a16:creationId xmlns:a16="http://schemas.microsoft.com/office/drawing/2014/main" id="{82D9FD4F-EE28-4CC6-ADFE-56559EF428EE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 rot="10800000" flipV="1">
              <a:off x="3488292" y="2989056"/>
              <a:ext cx="2467999" cy="940372"/>
            </a:xfrm>
            <a:prstGeom prst="bentConnector2">
              <a:avLst/>
            </a:prstGeom>
            <a:ln w="12700">
              <a:solidFill>
                <a:srgbClr val="FF5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 descr="Remarks: Theme Colors">
              <a:extLst>
                <a:ext uri="{FF2B5EF4-FFF2-40B4-BE49-F238E27FC236}">
                  <a16:creationId xmlns:a16="http://schemas.microsoft.com/office/drawing/2014/main" id="{DED9100C-C7BA-4FE7-A952-3D438744AD4F}"/>
                </a:ext>
              </a:extLst>
            </p:cNvPr>
            <p:cNvSpPr/>
            <p:nvPr/>
          </p:nvSpPr>
          <p:spPr>
            <a:xfrm>
              <a:off x="3020733" y="3929428"/>
              <a:ext cx="935115" cy="238080"/>
            </a:xfrm>
            <a:prstGeom prst="rect">
              <a:avLst/>
            </a:prstGeom>
            <a:noFill/>
            <a:ln>
              <a:solidFill>
                <a:srgbClr val="FF5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E1231CD-985C-544A-A6D3-B9A3FF5FF9F3}"/>
                </a:ext>
              </a:extLst>
            </p:cNvPr>
            <p:cNvSpPr txBox="1"/>
            <p:nvPr/>
          </p:nvSpPr>
          <p:spPr>
            <a:xfrm>
              <a:off x="6013297" y="2920333"/>
              <a:ext cx="546410" cy="1784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900" b="1" noProof="0" dirty="0">
                  <a:solidFill>
                    <a:schemeClr val="tx2"/>
                  </a:solidFill>
                  <a:latin typeface="+mj-lt"/>
                </a:rPr>
                <a:t>Neutrals</a:t>
              </a:r>
            </a:p>
          </p:txBody>
        </p:sp>
        <p:sp>
          <p:nvSpPr>
            <p:cNvPr id="26" name="Rectangle 25" descr="Remarks">
              <a:extLst>
                <a:ext uri="{FF2B5EF4-FFF2-40B4-BE49-F238E27FC236}">
                  <a16:creationId xmlns:a16="http://schemas.microsoft.com/office/drawing/2014/main" id="{42F92758-5DDC-4514-8226-4E14D6DDDFEA}"/>
                </a:ext>
              </a:extLst>
            </p:cNvPr>
            <p:cNvSpPr/>
            <p:nvPr/>
          </p:nvSpPr>
          <p:spPr>
            <a:xfrm>
              <a:off x="3959441" y="3929428"/>
              <a:ext cx="680622" cy="238080"/>
            </a:xfrm>
            <a:prstGeom prst="rect">
              <a:avLst/>
            </a:prstGeom>
            <a:noFill/>
            <a:ln>
              <a:solidFill>
                <a:srgbClr val="FF5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71" name="Rectangle 70" descr="Remarks: Hidden Text">
              <a:extLst>
                <a:ext uri="{FF2B5EF4-FFF2-40B4-BE49-F238E27FC236}">
                  <a16:creationId xmlns:a16="http://schemas.microsoft.com/office/drawing/2014/main" id="{CF005D7A-F3C0-4433-A1AA-6C9120F23DFB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4640062" y="3929428"/>
              <a:ext cx="680622" cy="23808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dirty="0" err="1"/>
            </a:p>
          </p:txBody>
        </p:sp>
        <p:cxnSp>
          <p:nvCxnSpPr>
            <p:cNvPr id="21" name="Connector: Elbow 20" descr="Core Purples">
              <a:extLst>
                <a:ext uri="{FF2B5EF4-FFF2-40B4-BE49-F238E27FC236}">
                  <a16:creationId xmlns:a16="http://schemas.microsoft.com/office/drawing/2014/main" id="{5E28C2A7-B30C-4992-8A9D-DEFE430061DA}"/>
                </a:ext>
              </a:extLst>
            </p:cNvPr>
            <p:cNvCxnSpPr>
              <a:cxnSpLocks/>
              <a:endCxn id="26" idx="3"/>
            </p:cNvCxnSpPr>
            <p:nvPr/>
          </p:nvCxnSpPr>
          <p:spPr>
            <a:xfrm rot="10800000">
              <a:off x="4640064" y="4048469"/>
              <a:ext cx="1319821" cy="826849"/>
            </a:xfrm>
            <a:prstGeom prst="bentConnector3">
              <a:avLst>
                <a:gd name="adj1" fmla="val 24991"/>
              </a:avLst>
            </a:prstGeom>
            <a:ln w="12700">
              <a:solidFill>
                <a:srgbClr val="FF5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A0931C-A991-1F4D-B4A8-1CB27F785A0C}"/>
                </a:ext>
              </a:extLst>
            </p:cNvPr>
            <p:cNvSpPr txBox="1"/>
            <p:nvPr/>
          </p:nvSpPr>
          <p:spPr>
            <a:xfrm>
              <a:off x="6013297" y="4837987"/>
              <a:ext cx="546410" cy="2794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lnSpc>
                  <a:spcPts val="800"/>
                </a:lnSpc>
                <a:spcAft>
                  <a:spcPts val="600"/>
                </a:spcAft>
              </a:pPr>
              <a:r>
                <a:rPr lang="en-US" sz="900" b="1" noProof="0" dirty="0">
                  <a:solidFill>
                    <a:schemeClr val="tx2"/>
                  </a:solidFill>
                  <a:latin typeface="+mj-lt"/>
                </a:rPr>
                <a:t>Core purples</a:t>
              </a:r>
            </a:p>
          </p:txBody>
        </p:sp>
        <p:sp>
          <p:nvSpPr>
            <p:cNvPr id="48" name="Rectangle 47" descr="Remarks">
              <a:extLst>
                <a:ext uri="{FF2B5EF4-FFF2-40B4-BE49-F238E27FC236}">
                  <a16:creationId xmlns:a16="http://schemas.microsoft.com/office/drawing/2014/main" id="{FBA4DA99-4600-4C21-8438-BE8F3C96AF14}"/>
                </a:ext>
              </a:extLst>
            </p:cNvPr>
            <p:cNvSpPr/>
            <p:nvPr/>
          </p:nvSpPr>
          <p:spPr>
            <a:xfrm>
              <a:off x="3024325" y="5756980"/>
              <a:ext cx="1186087" cy="238080"/>
            </a:xfrm>
            <a:prstGeom prst="rect">
              <a:avLst/>
            </a:prstGeom>
            <a:noFill/>
            <a:ln>
              <a:solidFill>
                <a:srgbClr val="FF5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dirty="0" err="1"/>
            </a:p>
          </p:txBody>
        </p:sp>
        <p:cxnSp>
          <p:nvCxnSpPr>
            <p:cNvPr id="63" name="Straight Arrow Connector 62" descr="Accent Purples">
              <a:extLst>
                <a:ext uri="{FF2B5EF4-FFF2-40B4-BE49-F238E27FC236}">
                  <a16:creationId xmlns:a16="http://schemas.microsoft.com/office/drawing/2014/main" id="{E20594D2-4448-43BF-82F9-E10E9174363D}"/>
                </a:ext>
              </a:extLst>
            </p:cNvPr>
            <p:cNvCxnSpPr/>
            <p:nvPr/>
          </p:nvCxnSpPr>
          <p:spPr>
            <a:xfrm flipH="1">
              <a:off x="4210412" y="5878925"/>
              <a:ext cx="1749470" cy="0"/>
            </a:xfrm>
            <a:prstGeom prst="straightConnector1">
              <a:avLst/>
            </a:prstGeom>
            <a:ln w="12700">
              <a:solidFill>
                <a:srgbClr val="FF5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B218533-77E6-E848-B4D0-8F230886F735}"/>
                </a:ext>
              </a:extLst>
            </p:cNvPr>
            <p:cNvSpPr txBox="1"/>
            <p:nvPr/>
          </p:nvSpPr>
          <p:spPr>
            <a:xfrm>
              <a:off x="6013297" y="5792858"/>
              <a:ext cx="546410" cy="2794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lnSpc>
                  <a:spcPts val="800"/>
                </a:lnSpc>
                <a:spcAft>
                  <a:spcPts val="600"/>
                </a:spcAft>
              </a:pPr>
              <a:r>
                <a:rPr lang="en-US" sz="900" b="1" noProof="0" dirty="0">
                  <a:solidFill>
                    <a:schemeClr val="tx2"/>
                  </a:solidFill>
                  <a:latin typeface="+mj-lt"/>
                </a:rPr>
                <a:t>Accent purples</a:t>
              </a:r>
            </a:p>
          </p:txBody>
        </p:sp>
        <p:sp>
          <p:nvSpPr>
            <p:cNvPr id="51" name="Rectangle 50" descr="Remarks">
              <a:extLst>
                <a:ext uri="{FF2B5EF4-FFF2-40B4-BE49-F238E27FC236}">
                  <a16:creationId xmlns:a16="http://schemas.microsoft.com/office/drawing/2014/main" id="{09CBE28C-7860-4A2C-A774-FA6DB20AE5B4}"/>
                </a:ext>
              </a:extLst>
            </p:cNvPr>
            <p:cNvSpPr/>
            <p:nvPr/>
          </p:nvSpPr>
          <p:spPr>
            <a:xfrm>
              <a:off x="3022967" y="5998161"/>
              <a:ext cx="1872376" cy="238080"/>
            </a:xfrm>
            <a:prstGeom prst="rect">
              <a:avLst/>
            </a:prstGeom>
            <a:noFill/>
            <a:ln>
              <a:solidFill>
                <a:srgbClr val="FF5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dirty="0" err="1"/>
            </a:p>
          </p:txBody>
        </p:sp>
        <p:cxnSp>
          <p:nvCxnSpPr>
            <p:cNvPr id="64" name="Straight Arrow Connector 63" descr="Secondaries">
              <a:extLst>
                <a:ext uri="{FF2B5EF4-FFF2-40B4-BE49-F238E27FC236}">
                  <a16:creationId xmlns:a16="http://schemas.microsoft.com/office/drawing/2014/main" id="{CC376420-C176-44C3-B147-C8A37022BF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95343" y="6115805"/>
              <a:ext cx="1064539" cy="0"/>
            </a:xfrm>
            <a:prstGeom prst="straightConnector1">
              <a:avLst/>
            </a:prstGeom>
            <a:ln w="12700">
              <a:solidFill>
                <a:srgbClr val="FF5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A9B383C-70BA-3241-8B7E-126D9A2FD455}"/>
                </a:ext>
              </a:extLst>
            </p:cNvPr>
            <p:cNvSpPr txBox="1"/>
            <p:nvPr/>
          </p:nvSpPr>
          <p:spPr>
            <a:xfrm>
              <a:off x="6013297" y="6039662"/>
              <a:ext cx="832639" cy="2063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900" b="1" noProof="0" dirty="0">
                  <a:solidFill>
                    <a:schemeClr val="tx2"/>
                  </a:solidFill>
                  <a:latin typeface="+mj-lt"/>
                </a:rPr>
                <a:t>Secondaries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86DD672-F6BD-40FE-86B4-EC107A1836C1}"/>
              </a:ext>
            </a:extLst>
          </p:cNvPr>
          <p:cNvSpPr txBox="1"/>
          <p:nvPr/>
        </p:nvSpPr>
        <p:spPr>
          <a:xfrm>
            <a:off x="6808912" y="1371601"/>
            <a:ext cx="4738852" cy="3193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sz="1400" b="1" noProof="0" dirty="0"/>
              <a:t>Color relationship for everyday use </a:t>
            </a:r>
          </a:p>
        </p:txBody>
      </p:sp>
      <p:pic>
        <p:nvPicPr>
          <p:cNvPr id="47" name="Picture 46" descr="Image including a relationship between neutrals (55%), core purples (35%), and custom colors (10%)">
            <a:extLst>
              <a:ext uri="{FF2B5EF4-FFF2-40B4-BE49-F238E27FC236}">
                <a16:creationId xmlns:a16="http://schemas.microsoft.com/office/drawing/2014/main" id="{4E98EE0D-014F-4BC3-AF08-16AFBD534A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233" t="9502" r="1955"/>
          <a:stretch/>
        </p:blipFill>
        <p:spPr>
          <a:xfrm>
            <a:off x="6848135" y="1690914"/>
            <a:ext cx="5048930" cy="470830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828F5B-F103-494D-95C3-B485A43385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3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930D-4E80-4F97-8B34-E505E5F94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AA7CAA-04CC-4847-9ABA-7C5521B7FA9E}"/>
              </a:ext>
            </a:extLst>
          </p:cNvPr>
          <p:cNvSpPr txBox="1"/>
          <p:nvPr/>
        </p:nvSpPr>
        <p:spPr>
          <a:xfrm>
            <a:off x="6286502" y="1371600"/>
            <a:ext cx="5524500" cy="4503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/>
              <a:t>This version of our template was created with </a:t>
            </a:r>
            <a:br>
              <a:rPr lang="en-US" dirty="0"/>
            </a:br>
            <a:r>
              <a:rPr lang="en-US" b="1" dirty="0">
                <a:latin typeface="+mj-lt"/>
              </a:rPr>
              <a:t>Arial</a:t>
            </a:r>
            <a:r>
              <a:rPr lang="en-US" dirty="0"/>
              <a:t> and </a:t>
            </a:r>
            <a:r>
              <a:rPr lang="en-US" b="1" dirty="0">
                <a:latin typeface="+mj-lt"/>
              </a:rPr>
              <a:t>Palatino Linotype </a:t>
            </a:r>
            <a:r>
              <a:rPr lang="en-US" dirty="0"/>
              <a:t>system fonts for </a:t>
            </a:r>
            <a:br>
              <a:rPr lang="en-US" dirty="0"/>
            </a:br>
            <a:r>
              <a:rPr lang="en-US" dirty="0"/>
              <a:t>use when our core brand fonts, </a:t>
            </a:r>
            <a:r>
              <a:rPr lang="en-US" dirty="0" err="1">
                <a:latin typeface="+mj-lt"/>
              </a:rPr>
              <a:t>Graphik</a:t>
            </a:r>
            <a:r>
              <a:rPr lang="en-US" dirty="0"/>
              <a:t> and </a:t>
            </a:r>
            <a:r>
              <a:rPr lang="en-US" dirty="0">
                <a:latin typeface="+mj-lt"/>
              </a:rPr>
              <a:t>GT Sectra Fine</a:t>
            </a:r>
            <a:r>
              <a:rPr lang="en-US" dirty="0"/>
              <a:t> are not available, or when you can </a:t>
            </a:r>
            <a:br>
              <a:rPr lang="en-US" dirty="0"/>
            </a:br>
            <a:r>
              <a:rPr lang="en-US" dirty="0"/>
              <a:t>only use system fonts.</a:t>
            </a:r>
          </a:p>
          <a:p>
            <a:endParaRPr lang="en-US" dirty="0"/>
          </a:p>
          <a:p>
            <a:pPr algn="l"/>
            <a:r>
              <a:rPr lang="en-US" sz="1800" b="0" i="0" u="none" strike="noStrike" baseline="0" noProof="0" dirty="0"/>
              <a:t>For optimum text accessibility on PowerPoint, we use Arial Regular.</a:t>
            </a:r>
          </a:p>
          <a:p>
            <a:pPr algn="l"/>
            <a:endParaRPr lang="en-US" sz="1800" b="0" i="0" u="none" strike="noStrike" baseline="0" noProof="0" dirty="0"/>
          </a:p>
          <a:p>
            <a:pPr algn="l"/>
            <a:r>
              <a:rPr lang="en-US" sz="1800" b="0" i="0" u="none" strike="noStrike" baseline="0" noProof="0" dirty="0"/>
              <a:t>On some slide layouts (Covers and Dividers), we </a:t>
            </a:r>
            <a:br>
              <a:rPr lang="en-US" dirty="0"/>
            </a:br>
            <a:r>
              <a:rPr lang="en-US" sz="1800" b="0" i="0" u="none" strike="noStrike" baseline="0" noProof="0" dirty="0"/>
              <a:t>have added </a:t>
            </a:r>
            <a:r>
              <a:rPr lang="en-US" b="1" dirty="0">
                <a:latin typeface="+mj-lt"/>
              </a:rPr>
              <a:t>Palatino Linotype </a:t>
            </a:r>
            <a:r>
              <a:rPr lang="en-US" sz="1800" b="0" i="0" u="none" strike="noStrike" baseline="0" noProof="0" dirty="0"/>
              <a:t>to add a bit of humanity and visual interest. </a:t>
            </a:r>
          </a:p>
          <a:p>
            <a:pPr algn="l"/>
            <a:endParaRPr lang="en-US" sz="1800" b="0" i="0" u="none" strike="noStrike" baseline="0" noProof="0" dirty="0"/>
          </a:p>
          <a:p>
            <a:r>
              <a:rPr lang="en-US" sz="1800" b="0" i="0" u="none" strike="noStrike" baseline="0" noProof="0" dirty="0"/>
              <a:t>For the Graphik templates, you can download and install </a:t>
            </a:r>
            <a:r>
              <a:rPr lang="en-US" sz="1800" b="1" i="0" u="none" strike="noStrike" baseline="0" noProof="0" dirty="0">
                <a:latin typeface="+mj-lt"/>
              </a:rPr>
              <a:t>Graphik</a:t>
            </a:r>
            <a:r>
              <a:rPr lang="en-US" sz="1800" b="0" i="0" u="none" strike="noStrike" baseline="0" noProof="0" dirty="0"/>
              <a:t> and </a:t>
            </a:r>
            <a:r>
              <a:rPr lang="en-US" sz="1800" b="1" i="0" u="none" strike="noStrike" baseline="0" noProof="0" dirty="0">
                <a:latin typeface="+mj-lt"/>
              </a:rPr>
              <a:t>GT Sectra Fine </a:t>
            </a:r>
            <a:r>
              <a:rPr lang="en-US" sz="1800" b="0" i="0" u="none" strike="noStrike" baseline="0" noProof="0" dirty="0"/>
              <a:t>fonts </a:t>
            </a:r>
            <a:r>
              <a:rPr lang="en-US" dirty="0">
                <a:solidFill>
                  <a:schemeClr val="accent1"/>
                </a:solidFill>
                <a:hlinkClick r:id="rId2"/>
              </a:rPr>
              <a:t>here</a:t>
            </a:r>
            <a:r>
              <a:rPr lang="en-US" dirty="0"/>
              <a:t>.</a:t>
            </a:r>
            <a:endParaRPr lang="en-US" sz="1800" b="0" i="0" u="none" strike="noStrike" baseline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FAE60-6EF7-4DF9-82E9-EBB89C4B12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FBE5FC-5C29-48D3-830D-B9400BE17E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1302990"/>
            <a:ext cx="519112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59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9C4C-A9BF-440B-A91B-7B9CD5585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81" y="214439"/>
            <a:ext cx="11430000" cy="800100"/>
          </a:xfrm>
        </p:spPr>
        <p:txBody>
          <a:bodyPr/>
          <a:lstStyle/>
          <a:p>
            <a:r>
              <a:rPr lang="en-US" dirty="0"/>
              <a:t>Iconography: Monoline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8133E7-5D42-4BC5-A3A6-3C73FB7E1F07}"/>
              </a:ext>
            </a:extLst>
          </p:cNvPr>
          <p:cNvSpPr txBox="1"/>
          <p:nvPr/>
        </p:nvSpPr>
        <p:spPr>
          <a:xfrm>
            <a:off x="321669" y="761218"/>
            <a:ext cx="11429981" cy="5002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GB" sz="1600" dirty="0"/>
              <a:t>Our expansive asset library including fonts, photography, iconography and custom slides are available </a:t>
            </a:r>
            <a:r>
              <a:rPr lang="en-GB" sz="1600" u="sng" dirty="0">
                <a:solidFill>
                  <a:srgbClr val="A100FF"/>
                </a:solidFill>
              </a:rPr>
              <a:t>on</a:t>
            </a:r>
            <a:r>
              <a:rPr lang="en-GB" sz="1600" u="sng" dirty="0">
                <a:solidFill>
                  <a:srgbClr val="A100FF"/>
                </a:solidFill>
                <a:hlinkClick r:id="rId2"/>
              </a:rPr>
              <a:t> Accenture Brand Space</a:t>
            </a:r>
            <a:r>
              <a:rPr lang="en-GB" sz="1600" dirty="0"/>
              <a:t>. Contact </a:t>
            </a:r>
            <a:r>
              <a:rPr lang="en-GB" sz="1600" u="sng" dirty="0">
                <a:solidFill>
                  <a:srgbClr val="A100FF"/>
                </a:solidFill>
                <a:hlinkClick r:id="rId3"/>
              </a:rPr>
              <a:t>brandsupport</a:t>
            </a:r>
            <a:r>
              <a:rPr lang="en-GB" sz="1600" dirty="0">
                <a:solidFill>
                  <a:srgbClr val="A100FF"/>
                </a:solidFill>
                <a:hlinkClick r:id="rId3"/>
              </a:rPr>
              <a:t>@accenture.com</a:t>
            </a:r>
            <a:r>
              <a:rPr lang="en-GB" sz="1600" u="sng" dirty="0">
                <a:solidFill>
                  <a:srgbClr val="A100FF"/>
                </a:solidFill>
                <a:hlinkClick r:id="rId3"/>
              </a:rPr>
              <a:t> </a:t>
            </a:r>
            <a:r>
              <a:rPr lang="en-GB" sz="1600" dirty="0"/>
              <a:t>for further information. Icon </a:t>
            </a:r>
            <a:r>
              <a:rPr lang="en-US" sz="1600" dirty="0"/>
              <a:t>color</a:t>
            </a:r>
            <a:r>
              <a:rPr lang="en-GB" sz="1600" dirty="0"/>
              <a:t> can be changed using the Shape Fill menu.</a:t>
            </a:r>
          </a:p>
        </p:txBody>
      </p:sp>
      <p:grpSp>
        <p:nvGrpSpPr>
          <p:cNvPr id="66" name="Group 65" descr="Iconography monline organized from left to right">
            <a:extLst>
              <a:ext uri="{FF2B5EF4-FFF2-40B4-BE49-F238E27FC236}">
                <a16:creationId xmlns:a16="http://schemas.microsoft.com/office/drawing/2014/main" id="{B5EFC583-252E-4A01-8254-81B9EC456722}"/>
              </a:ext>
            </a:extLst>
          </p:cNvPr>
          <p:cNvGrpSpPr/>
          <p:nvPr/>
        </p:nvGrpSpPr>
        <p:grpSpPr>
          <a:xfrm>
            <a:off x="380999" y="1577830"/>
            <a:ext cx="11429980" cy="4734070"/>
            <a:chOff x="380999" y="1577830"/>
            <a:chExt cx="11429980" cy="473407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D7F3FDC-082B-4703-B8DE-9617001135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0999" y="1577830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sp>
          <p:nvSpPr>
            <p:cNvPr id="5" name="Freeform 127" descr="Handshake">
              <a:extLst>
                <a:ext uri="{FF2B5EF4-FFF2-40B4-BE49-F238E27FC236}">
                  <a16:creationId xmlns:a16="http://schemas.microsoft.com/office/drawing/2014/main" id="{B8A707F8-E1D7-41D2-A7F9-96B4DDAAA7DC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7063" y="1981658"/>
              <a:ext cx="513948" cy="396598"/>
            </a:xfrm>
            <a:custGeom>
              <a:avLst/>
              <a:gdLst>
                <a:gd name="T0" fmla="*/ 199 w 309"/>
                <a:gd name="T1" fmla="*/ 232 h 244"/>
                <a:gd name="T2" fmla="*/ 222 w 309"/>
                <a:gd name="T3" fmla="*/ 225 h 244"/>
                <a:gd name="T4" fmla="*/ 248 w 309"/>
                <a:gd name="T5" fmla="*/ 202 h 244"/>
                <a:gd name="T6" fmla="*/ 273 w 309"/>
                <a:gd name="T7" fmla="*/ 177 h 244"/>
                <a:gd name="T8" fmla="*/ 308 w 309"/>
                <a:gd name="T9" fmla="*/ 128 h 244"/>
                <a:gd name="T10" fmla="*/ 216 w 309"/>
                <a:gd name="T11" fmla="*/ 12 h 244"/>
                <a:gd name="T12" fmla="*/ 115 w 309"/>
                <a:gd name="T13" fmla="*/ 19 h 244"/>
                <a:gd name="T14" fmla="*/ 3 w 309"/>
                <a:gd name="T15" fmla="*/ 136 h 244"/>
                <a:gd name="T16" fmla="*/ 44 w 309"/>
                <a:gd name="T17" fmla="*/ 199 h 244"/>
                <a:gd name="T18" fmla="*/ 60 w 309"/>
                <a:gd name="T19" fmla="*/ 217 h 244"/>
                <a:gd name="T20" fmla="*/ 82 w 309"/>
                <a:gd name="T21" fmla="*/ 228 h 244"/>
                <a:gd name="T22" fmla="*/ 128 w 309"/>
                <a:gd name="T23" fmla="*/ 244 h 244"/>
                <a:gd name="T24" fmla="*/ 147 w 309"/>
                <a:gd name="T25" fmla="*/ 233 h 244"/>
                <a:gd name="T26" fmla="*/ 122 w 309"/>
                <a:gd name="T27" fmla="*/ 30 h 244"/>
                <a:gd name="T28" fmla="*/ 194 w 309"/>
                <a:gd name="T29" fmla="*/ 20 h 244"/>
                <a:gd name="T30" fmla="*/ 263 w 309"/>
                <a:gd name="T31" fmla="*/ 31 h 244"/>
                <a:gd name="T32" fmla="*/ 278 w 309"/>
                <a:gd name="T33" fmla="*/ 143 h 244"/>
                <a:gd name="T34" fmla="*/ 136 w 309"/>
                <a:gd name="T35" fmla="*/ 85 h 244"/>
                <a:gd name="T36" fmla="*/ 122 w 309"/>
                <a:gd name="T37" fmla="*/ 30 h 244"/>
                <a:gd name="T38" fmla="*/ 45 w 309"/>
                <a:gd name="T39" fmla="*/ 186 h 244"/>
                <a:gd name="T40" fmla="*/ 32 w 309"/>
                <a:gd name="T41" fmla="*/ 155 h 244"/>
                <a:gd name="T42" fmla="*/ 73 w 309"/>
                <a:gd name="T43" fmla="*/ 206 h 244"/>
                <a:gd name="T44" fmla="*/ 57 w 309"/>
                <a:gd name="T45" fmla="*/ 195 h 244"/>
                <a:gd name="T46" fmla="*/ 67 w 309"/>
                <a:gd name="T47" fmla="*/ 172 h 244"/>
                <a:gd name="T48" fmla="*/ 85 w 309"/>
                <a:gd name="T49" fmla="*/ 171 h 244"/>
                <a:gd name="T50" fmla="*/ 73 w 309"/>
                <a:gd name="T51" fmla="*/ 206 h 244"/>
                <a:gd name="T52" fmla="*/ 102 w 309"/>
                <a:gd name="T53" fmla="*/ 221 h 244"/>
                <a:gd name="T54" fmla="*/ 97 w 309"/>
                <a:gd name="T55" fmla="*/ 181 h 244"/>
                <a:gd name="T56" fmla="*/ 110 w 309"/>
                <a:gd name="T57" fmla="*/ 197 h 244"/>
                <a:gd name="T58" fmla="*/ 137 w 309"/>
                <a:gd name="T59" fmla="*/ 219 h 244"/>
                <a:gd name="T60" fmla="*/ 132 w 309"/>
                <a:gd name="T61" fmla="*/ 230 h 244"/>
                <a:gd name="T62" fmla="*/ 115 w 309"/>
                <a:gd name="T63" fmla="*/ 225 h 244"/>
                <a:gd name="T64" fmla="*/ 138 w 309"/>
                <a:gd name="T65" fmla="*/ 205 h 244"/>
                <a:gd name="T66" fmla="*/ 123 w 309"/>
                <a:gd name="T67" fmla="*/ 187 h 244"/>
                <a:gd name="T68" fmla="*/ 98 w 309"/>
                <a:gd name="T69" fmla="*/ 168 h 244"/>
                <a:gd name="T70" fmla="*/ 68 w 309"/>
                <a:gd name="T71" fmla="*/ 152 h 244"/>
                <a:gd name="T72" fmla="*/ 15 w 309"/>
                <a:gd name="T73" fmla="*/ 128 h 244"/>
                <a:gd name="T74" fmla="*/ 107 w 309"/>
                <a:gd name="T75" fmla="*/ 32 h 244"/>
                <a:gd name="T76" fmla="*/ 113 w 309"/>
                <a:gd name="T77" fmla="*/ 116 h 244"/>
                <a:gd name="T78" fmla="*/ 231 w 309"/>
                <a:gd name="T79" fmla="*/ 115 h 244"/>
                <a:gd name="T80" fmla="*/ 264 w 309"/>
                <a:gd name="T81" fmla="*/ 167 h 244"/>
                <a:gd name="T82" fmla="*/ 220 w 309"/>
                <a:gd name="T83" fmla="*/ 145 h 244"/>
                <a:gd name="T84" fmla="*/ 199 w 309"/>
                <a:gd name="T85" fmla="*/ 133 h 244"/>
                <a:gd name="T86" fmla="*/ 246 w 309"/>
                <a:gd name="T87" fmla="*/ 183 h 244"/>
                <a:gd name="T88" fmla="*/ 228 w 309"/>
                <a:gd name="T89" fmla="*/ 197 h 244"/>
                <a:gd name="T90" fmla="*/ 188 w 309"/>
                <a:gd name="T91" fmla="*/ 167 h 244"/>
                <a:gd name="T92" fmla="*/ 219 w 309"/>
                <a:gd name="T93" fmla="*/ 206 h 244"/>
                <a:gd name="T94" fmla="*/ 204 w 309"/>
                <a:gd name="T95" fmla="*/ 219 h 244"/>
                <a:gd name="T96" fmla="*/ 162 w 309"/>
                <a:gd name="T97" fmla="*/ 196 h 244"/>
                <a:gd name="T98" fmla="*/ 188 w 309"/>
                <a:gd name="T99" fmla="*/ 224 h 244"/>
                <a:gd name="T100" fmla="*/ 151 w 309"/>
                <a:gd name="T101" fmla="*/ 22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09" h="244">
                  <a:moveTo>
                    <a:pt x="176" y="239"/>
                  </a:moveTo>
                  <a:cubicBezTo>
                    <a:pt x="181" y="239"/>
                    <a:pt x="184" y="238"/>
                    <a:pt x="188" y="238"/>
                  </a:cubicBezTo>
                  <a:cubicBezTo>
                    <a:pt x="192" y="236"/>
                    <a:pt x="196" y="235"/>
                    <a:pt x="199" y="232"/>
                  </a:cubicBezTo>
                  <a:cubicBezTo>
                    <a:pt x="199" y="232"/>
                    <a:pt x="199" y="232"/>
                    <a:pt x="199" y="232"/>
                  </a:cubicBezTo>
                  <a:cubicBezTo>
                    <a:pt x="199" y="232"/>
                    <a:pt x="199" y="232"/>
                    <a:pt x="199" y="232"/>
                  </a:cubicBezTo>
                  <a:cubicBezTo>
                    <a:pt x="200" y="232"/>
                    <a:pt x="201" y="232"/>
                    <a:pt x="201" y="232"/>
                  </a:cubicBezTo>
                  <a:cubicBezTo>
                    <a:pt x="202" y="232"/>
                    <a:pt x="203" y="233"/>
                    <a:pt x="204" y="233"/>
                  </a:cubicBezTo>
                  <a:cubicBezTo>
                    <a:pt x="210" y="233"/>
                    <a:pt x="217" y="230"/>
                    <a:pt x="222" y="225"/>
                  </a:cubicBezTo>
                  <a:cubicBezTo>
                    <a:pt x="227" y="221"/>
                    <a:pt x="230" y="216"/>
                    <a:pt x="232" y="210"/>
                  </a:cubicBezTo>
                  <a:cubicBezTo>
                    <a:pt x="232" y="210"/>
                    <a:pt x="232" y="210"/>
                    <a:pt x="232" y="210"/>
                  </a:cubicBezTo>
                  <a:cubicBezTo>
                    <a:pt x="232" y="210"/>
                    <a:pt x="232" y="210"/>
                    <a:pt x="232" y="210"/>
                  </a:cubicBezTo>
                  <a:cubicBezTo>
                    <a:pt x="238" y="209"/>
                    <a:pt x="243" y="206"/>
                    <a:pt x="248" y="202"/>
                  </a:cubicBezTo>
                  <a:cubicBezTo>
                    <a:pt x="254" y="197"/>
                    <a:pt x="257" y="191"/>
                    <a:pt x="259" y="185"/>
                  </a:cubicBezTo>
                  <a:cubicBezTo>
                    <a:pt x="259" y="185"/>
                    <a:pt x="259" y="185"/>
                    <a:pt x="259" y="185"/>
                  </a:cubicBezTo>
                  <a:cubicBezTo>
                    <a:pt x="259" y="185"/>
                    <a:pt x="259" y="185"/>
                    <a:pt x="259" y="185"/>
                  </a:cubicBezTo>
                  <a:cubicBezTo>
                    <a:pt x="264" y="184"/>
                    <a:pt x="269" y="181"/>
                    <a:pt x="273" y="177"/>
                  </a:cubicBezTo>
                  <a:cubicBezTo>
                    <a:pt x="280" y="171"/>
                    <a:pt x="284" y="164"/>
                    <a:pt x="285" y="155"/>
                  </a:cubicBezTo>
                  <a:cubicBezTo>
                    <a:pt x="285" y="155"/>
                    <a:pt x="285" y="155"/>
                    <a:pt x="285" y="155"/>
                  </a:cubicBezTo>
                  <a:cubicBezTo>
                    <a:pt x="307" y="135"/>
                    <a:pt x="307" y="135"/>
                    <a:pt x="307" y="135"/>
                  </a:cubicBezTo>
                  <a:cubicBezTo>
                    <a:pt x="308" y="134"/>
                    <a:pt x="309" y="131"/>
                    <a:pt x="308" y="128"/>
                  </a:cubicBezTo>
                  <a:cubicBezTo>
                    <a:pt x="274" y="23"/>
                    <a:pt x="274" y="23"/>
                    <a:pt x="274" y="23"/>
                  </a:cubicBezTo>
                  <a:cubicBezTo>
                    <a:pt x="273" y="21"/>
                    <a:pt x="271" y="19"/>
                    <a:pt x="269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4" y="18"/>
                    <a:pt x="226" y="12"/>
                    <a:pt x="216" y="12"/>
                  </a:cubicBezTo>
                  <a:cubicBezTo>
                    <a:pt x="213" y="12"/>
                    <a:pt x="205" y="10"/>
                    <a:pt x="198" y="7"/>
                  </a:cubicBezTo>
                  <a:cubicBezTo>
                    <a:pt x="185" y="4"/>
                    <a:pt x="171" y="0"/>
                    <a:pt x="162" y="1"/>
                  </a:cubicBezTo>
                  <a:cubicBezTo>
                    <a:pt x="148" y="2"/>
                    <a:pt x="123" y="15"/>
                    <a:pt x="115" y="19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2" y="19"/>
                    <a:pt x="40" y="21"/>
                    <a:pt x="39" y="23"/>
                  </a:cubicBezTo>
                  <a:cubicBezTo>
                    <a:pt x="1" y="128"/>
                    <a:pt x="1" y="128"/>
                    <a:pt x="1" y="128"/>
                  </a:cubicBezTo>
                  <a:cubicBezTo>
                    <a:pt x="0" y="131"/>
                    <a:pt x="1" y="134"/>
                    <a:pt x="3" y="136"/>
                  </a:cubicBezTo>
                  <a:cubicBezTo>
                    <a:pt x="21" y="148"/>
                    <a:pt x="21" y="148"/>
                    <a:pt x="21" y="148"/>
                  </a:cubicBezTo>
                  <a:cubicBezTo>
                    <a:pt x="21" y="148"/>
                    <a:pt x="21" y="148"/>
                    <a:pt x="21" y="148"/>
                  </a:cubicBezTo>
                  <a:cubicBezTo>
                    <a:pt x="16" y="156"/>
                    <a:pt x="11" y="168"/>
                    <a:pt x="14" y="175"/>
                  </a:cubicBezTo>
                  <a:cubicBezTo>
                    <a:pt x="17" y="184"/>
                    <a:pt x="33" y="196"/>
                    <a:pt x="44" y="199"/>
                  </a:cubicBezTo>
                  <a:cubicBezTo>
                    <a:pt x="44" y="199"/>
                    <a:pt x="44" y="199"/>
                    <a:pt x="44" y="199"/>
                  </a:cubicBezTo>
                  <a:cubicBezTo>
                    <a:pt x="44" y="199"/>
                    <a:pt x="44" y="199"/>
                    <a:pt x="44" y="199"/>
                  </a:cubicBezTo>
                  <a:cubicBezTo>
                    <a:pt x="44" y="200"/>
                    <a:pt x="44" y="201"/>
                    <a:pt x="44" y="201"/>
                  </a:cubicBezTo>
                  <a:cubicBezTo>
                    <a:pt x="46" y="208"/>
                    <a:pt x="51" y="213"/>
                    <a:pt x="60" y="217"/>
                  </a:cubicBezTo>
                  <a:cubicBezTo>
                    <a:pt x="65" y="219"/>
                    <a:pt x="70" y="220"/>
                    <a:pt x="74" y="220"/>
                  </a:cubicBezTo>
                  <a:cubicBezTo>
                    <a:pt x="74" y="220"/>
                    <a:pt x="74" y="220"/>
                    <a:pt x="74" y="220"/>
                  </a:cubicBezTo>
                  <a:cubicBezTo>
                    <a:pt x="74" y="220"/>
                    <a:pt x="74" y="220"/>
                    <a:pt x="74" y="220"/>
                  </a:cubicBezTo>
                  <a:cubicBezTo>
                    <a:pt x="76" y="223"/>
                    <a:pt x="79" y="225"/>
                    <a:pt x="82" y="228"/>
                  </a:cubicBezTo>
                  <a:cubicBezTo>
                    <a:pt x="89" y="233"/>
                    <a:pt x="99" y="235"/>
                    <a:pt x="106" y="234"/>
                  </a:cubicBezTo>
                  <a:cubicBezTo>
                    <a:pt x="106" y="234"/>
                    <a:pt x="106" y="234"/>
                    <a:pt x="106" y="234"/>
                  </a:cubicBezTo>
                  <a:cubicBezTo>
                    <a:pt x="106" y="234"/>
                    <a:pt x="106" y="234"/>
                    <a:pt x="106" y="234"/>
                  </a:cubicBezTo>
                  <a:cubicBezTo>
                    <a:pt x="111" y="239"/>
                    <a:pt x="119" y="244"/>
                    <a:pt x="128" y="244"/>
                  </a:cubicBezTo>
                  <a:cubicBezTo>
                    <a:pt x="128" y="244"/>
                    <a:pt x="128" y="244"/>
                    <a:pt x="128" y="244"/>
                  </a:cubicBezTo>
                  <a:cubicBezTo>
                    <a:pt x="132" y="244"/>
                    <a:pt x="136" y="243"/>
                    <a:pt x="139" y="241"/>
                  </a:cubicBezTo>
                  <a:cubicBezTo>
                    <a:pt x="142" y="239"/>
                    <a:pt x="145" y="237"/>
                    <a:pt x="147" y="233"/>
                  </a:cubicBezTo>
                  <a:cubicBezTo>
                    <a:pt x="147" y="233"/>
                    <a:pt x="147" y="233"/>
                    <a:pt x="147" y="233"/>
                  </a:cubicBezTo>
                  <a:cubicBezTo>
                    <a:pt x="147" y="233"/>
                    <a:pt x="147" y="233"/>
                    <a:pt x="147" y="233"/>
                  </a:cubicBezTo>
                  <a:cubicBezTo>
                    <a:pt x="156" y="237"/>
                    <a:pt x="167" y="239"/>
                    <a:pt x="176" y="239"/>
                  </a:cubicBezTo>
                  <a:close/>
                  <a:moveTo>
                    <a:pt x="122" y="30"/>
                  </a:moveTo>
                  <a:cubicBezTo>
                    <a:pt x="122" y="30"/>
                    <a:pt x="122" y="30"/>
                    <a:pt x="122" y="30"/>
                  </a:cubicBezTo>
                  <a:cubicBezTo>
                    <a:pt x="132" y="25"/>
                    <a:pt x="153" y="14"/>
                    <a:pt x="163" y="14"/>
                  </a:cubicBezTo>
                  <a:cubicBezTo>
                    <a:pt x="163" y="14"/>
                    <a:pt x="164" y="14"/>
                    <a:pt x="164" y="14"/>
                  </a:cubicBezTo>
                  <a:cubicBezTo>
                    <a:pt x="171" y="14"/>
                    <a:pt x="184" y="17"/>
                    <a:pt x="194" y="20"/>
                  </a:cubicBezTo>
                  <a:cubicBezTo>
                    <a:pt x="194" y="20"/>
                    <a:pt x="194" y="20"/>
                    <a:pt x="194" y="20"/>
                  </a:cubicBezTo>
                  <a:cubicBezTo>
                    <a:pt x="203" y="23"/>
                    <a:pt x="211" y="25"/>
                    <a:pt x="216" y="25"/>
                  </a:cubicBezTo>
                  <a:cubicBezTo>
                    <a:pt x="222" y="25"/>
                    <a:pt x="245" y="29"/>
                    <a:pt x="262" y="31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95" y="129"/>
                    <a:pt x="295" y="129"/>
                    <a:pt x="295" y="129"/>
                  </a:cubicBezTo>
                  <a:cubicBezTo>
                    <a:pt x="294" y="129"/>
                    <a:pt x="294" y="129"/>
                    <a:pt x="294" y="129"/>
                  </a:cubicBezTo>
                  <a:cubicBezTo>
                    <a:pt x="279" y="143"/>
                    <a:pt x="279" y="143"/>
                    <a:pt x="279" y="143"/>
                  </a:cubicBezTo>
                  <a:cubicBezTo>
                    <a:pt x="278" y="143"/>
                    <a:pt x="278" y="143"/>
                    <a:pt x="278" y="143"/>
                  </a:cubicBezTo>
                  <a:cubicBezTo>
                    <a:pt x="241" y="106"/>
                    <a:pt x="241" y="106"/>
                    <a:pt x="241" y="106"/>
                  </a:cubicBezTo>
                  <a:cubicBezTo>
                    <a:pt x="232" y="96"/>
                    <a:pt x="202" y="64"/>
                    <a:pt x="191" y="61"/>
                  </a:cubicBezTo>
                  <a:cubicBezTo>
                    <a:pt x="174" y="56"/>
                    <a:pt x="159" y="59"/>
                    <a:pt x="147" y="69"/>
                  </a:cubicBezTo>
                  <a:cubicBezTo>
                    <a:pt x="142" y="74"/>
                    <a:pt x="139" y="79"/>
                    <a:pt x="136" y="85"/>
                  </a:cubicBezTo>
                  <a:cubicBezTo>
                    <a:pt x="131" y="94"/>
                    <a:pt x="127" y="102"/>
                    <a:pt x="111" y="103"/>
                  </a:cubicBezTo>
                  <a:cubicBezTo>
                    <a:pt x="104" y="104"/>
                    <a:pt x="98" y="103"/>
                    <a:pt x="96" y="100"/>
                  </a:cubicBezTo>
                  <a:cubicBezTo>
                    <a:pt x="94" y="98"/>
                    <a:pt x="94" y="96"/>
                    <a:pt x="95" y="95"/>
                  </a:cubicBezTo>
                  <a:lnTo>
                    <a:pt x="122" y="30"/>
                  </a:lnTo>
                  <a:close/>
                  <a:moveTo>
                    <a:pt x="52" y="170"/>
                  </a:moveTo>
                  <a:cubicBezTo>
                    <a:pt x="50" y="175"/>
                    <a:pt x="47" y="180"/>
                    <a:pt x="46" y="186"/>
                  </a:cubicBezTo>
                  <a:cubicBezTo>
                    <a:pt x="46" y="186"/>
                    <a:pt x="46" y="186"/>
                    <a:pt x="46" y="186"/>
                  </a:cubicBezTo>
                  <a:cubicBezTo>
                    <a:pt x="45" y="186"/>
                    <a:pt x="45" y="186"/>
                    <a:pt x="45" y="186"/>
                  </a:cubicBezTo>
                  <a:cubicBezTo>
                    <a:pt x="39" y="183"/>
                    <a:pt x="28" y="176"/>
                    <a:pt x="26" y="171"/>
                  </a:cubicBezTo>
                  <a:cubicBezTo>
                    <a:pt x="26" y="171"/>
                    <a:pt x="26" y="171"/>
                    <a:pt x="26" y="171"/>
                  </a:cubicBezTo>
                  <a:cubicBezTo>
                    <a:pt x="25" y="169"/>
                    <a:pt x="28" y="161"/>
                    <a:pt x="31" y="156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52" y="170"/>
                    <a:pt x="52" y="170"/>
                    <a:pt x="52" y="170"/>
                  </a:cubicBezTo>
                  <a:close/>
                  <a:moveTo>
                    <a:pt x="73" y="206"/>
                  </a:moveTo>
                  <a:cubicBezTo>
                    <a:pt x="73" y="206"/>
                    <a:pt x="73" y="206"/>
                    <a:pt x="73" y="206"/>
                  </a:cubicBezTo>
                  <a:cubicBezTo>
                    <a:pt x="73" y="206"/>
                    <a:pt x="72" y="206"/>
                    <a:pt x="72" y="206"/>
                  </a:cubicBezTo>
                  <a:cubicBezTo>
                    <a:pt x="71" y="206"/>
                    <a:pt x="68" y="206"/>
                    <a:pt x="65" y="205"/>
                  </a:cubicBezTo>
                  <a:cubicBezTo>
                    <a:pt x="60" y="203"/>
                    <a:pt x="57" y="200"/>
                    <a:pt x="57" y="198"/>
                  </a:cubicBezTo>
                  <a:cubicBezTo>
                    <a:pt x="57" y="197"/>
                    <a:pt x="57" y="196"/>
                    <a:pt x="57" y="195"/>
                  </a:cubicBezTo>
                  <a:cubicBezTo>
                    <a:pt x="57" y="195"/>
                    <a:pt x="57" y="194"/>
                    <a:pt x="57" y="194"/>
                  </a:cubicBezTo>
                  <a:cubicBezTo>
                    <a:pt x="58" y="188"/>
                    <a:pt x="62" y="179"/>
                    <a:pt x="65" y="173"/>
                  </a:cubicBezTo>
                  <a:cubicBezTo>
                    <a:pt x="65" y="173"/>
                    <a:pt x="65" y="173"/>
                    <a:pt x="65" y="173"/>
                  </a:cubicBezTo>
                  <a:cubicBezTo>
                    <a:pt x="66" y="173"/>
                    <a:pt x="67" y="172"/>
                    <a:pt x="67" y="172"/>
                  </a:cubicBezTo>
                  <a:cubicBezTo>
                    <a:pt x="67" y="171"/>
                    <a:pt x="68" y="170"/>
                    <a:pt x="68" y="169"/>
                  </a:cubicBezTo>
                  <a:cubicBezTo>
                    <a:pt x="68" y="169"/>
                    <a:pt x="68" y="169"/>
                    <a:pt x="68" y="169"/>
                  </a:cubicBezTo>
                  <a:cubicBezTo>
                    <a:pt x="70" y="166"/>
                    <a:pt x="71" y="165"/>
                    <a:pt x="72" y="164"/>
                  </a:cubicBezTo>
                  <a:cubicBezTo>
                    <a:pt x="76" y="163"/>
                    <a:pt x="84" y="169"/>
                    <a:pt x="85" y="171"/>
                  </a:cubicBezTo>
                  <a:cubicBezTo>
                    <a:pt x="85" y="172"/>
                    <a:pt x="85" y="172"/>
                    <a:pt x="85" y="172"/>
                  </a:cubicBezTo>
                  <a:cubicBezTo>
                    <a:pt x="86" y="172"/>
                    <a:pt x="86" y="173"/>
                    <a:pt x="85" y="175"/>
                  </a:cubicBezTo>
                  <a:cubicBezTo>
                    <a:pt x="85" y="175"/>
                    <a:pt x="85" y="175"/>
                    <a:pt x="85" y="175"/>
                  </a:cubicBezTo>
                  <a:lnTo>
                    <a:pt x="73" y="206"/>
                  </a:lnTo>
                  <a:close/>
                  <a:moveTo>
                    <a:pt x="110" y="197"/>
                  </a:moveTo>
                  <a:cubicBezTo>
                    <a:pt x="110" y="197"/>
                    <a:pt x="110" y="197"/>
                    <a:pt x="110" y="197"/>
                  </a:cubicBezTo>
                  <a:cubicBezTo>
                    <a:pt x="102" y="221"/>
                    <a:pt x="102" y="221"/>
                    <a:pt x="102" y="221"/>
                  </a:cubicBezTo>
                  <a:cubicBezTo>
                    <a:pt x="102" y="221"/>
                    <a:pt x="102" y="221"/>
                    <a:pt x="102" y="221"/>
                  </a:cubicBezTo>
                  <a:cubicBezTo>
                    <a:pt x="99" y="221"/>
                    <a:pt x="94" y="220"/>
                    <a:pt x="90" y="217"/>
                  </a:cubicBezTo>
                  <a:cubicBezTo>
                    <a:pt x="87" y="215"/>
                    <a:pt x="86" y="214"/>
                    <a:pt x="85" y="212"/>
                  </a:cubicBezTo>
                  <a:cubicBezTo>
                    <a:pt x="85" y="212"/>
                    <a:pt x="85" y="212"/>
                    <a:pt x="85" y="212"/>
                  </a:cubicBezTo>
                  <a:cubicBezTo>
                    <a:pt x="97" y="181"/>
                    <a:pt x="97" y="181"/>
                    <a:pt x="97" y="181"/>
                  </a:cubicBezTo>
                  <a:cubicBezTo>
                    <a:pt x="97" y="181"/>
                    <a:pt x="97" y="181"/>
                    <a:pt x="97" y="181"/>
                  </a:cubicBezTo>
                  <a:cubicBezTo>
                    <a:pt x="103" y="182"/>
                    <a:pt x="109" y="185"/>
                    <a:pt x="110" y="187"/>
                  </a:cubicBezTo>
                  <a:cubicBezTo>
                    <a:pt x="110" y="187"/>
                    <a:pt x="110" y="187"/>
                    <a:pt x="110" y="187"/>
                  </a:cubicBezTo>
                  <a:cubicBezTo>
                    <a:pt x="110" y="188"/>
                    <a:pt x="111" y="191"/>
                    <a:pt x="110" y="197"/>
                  </a:cubicBezTo>
                  <a:close/>
                  <a:moveTo>
                    <a:pt x="138" y="218"/>
                  </a:moveTo>
                  <a:cubicBezTo>
                    <a:pt x="138" y="218"/>
                    <a:pt x="138" y="218"/>
                    <a:pt x="138" y="218"/>
                  </a:cubicBezTo>
                  <a:cubicBezTo>
                    <a:pt x="138" y="218"/>
                    <a:pt x="138" y="218"/>
                    <a:pt x="138" y="218"/>
                  </a:cubicBezTo>
                  <a:cubicBezTo>
                    <a:pt x="138" y="219"/>
                    <a:pt x="137" y="219"/>
                    <a:pt x="137" y="219"/>
                  </a:cubicBezTo>
                  <a:cubicBezTo>
                    <a:pt x="136" y="221"/>
                    <a:pt x="136" y="223"/>
                    <a:pt x="136" y="225"/>
                  </a:cubicBezTo>
                  <a:cubicBezTo>
                    <a:pt x="136" y="225"/>
                    <a:pt x="136" y="225"/>
                    <a:pt x="136" y="225"/>
                  </a:cubicBezTo>
                  <a:cubicBezTo>
                    <a:pt x="136" y="225"/>
                    <a:pt x="136" y="225"/>
                    <a:pt x="136" y="225"/>
                  </a:cubicBezTo>
                  <a:cubicBezTo>
                    <a:pt x="135" y="227"/>
                    <a:pt x="134" y="229"/>
                    <a:pt x="132" y="230"/>
                  </a:cubicBezTo>
                  <a:cubicBezTo>
                    <a:pt x="131" y="231"/>
                    <a:pt x="130" y="231"/>
                    <a:pt x="128" y="231"/>
                  </a:cubicBezTo>
                  <a:cubicBezTo>
                    <a:pt x="124" y="231"/>
                    <a:pt x="118" y="228"/>
                    <a:pt x="115" y="225"/>
                  </a:cubicBezTo>
                  <a:cubicBezTo>
                    <a:pt x="115" y="225"/>
                    <a:pt x="115" y="225"/>
                    <a:pt x="115" y="225"/>
                  </a:cubicBezTo>
                  <a:cubicBezTo>
                    <a:pt x="115" y="225"/>
                    <a:pt x="115" y="225"/>
                    <a:pt x="115" y="225"/>
                  </a:cubicBezTo>
                  <a:cubicBezTo>
                    <a:pt x="122" y="201"/>
                    <a:pt x="122" y="201"/>
                    <a:pt x="122" y="201"/>
                  </a:cubicBezTo>
                  <a:cubicBezTo>
                    <a:pt x="122" y="201"/>
                    <a:pt x="122" y="201"/>
                    <a:pt x="122" y="201"/>
                  </a:cubicBezTo>
                  <a:cubicBezTo>
                    <a:pt x="124" y="200"/>
                    <a:pt x="127" y="199"/>
                    <a:pt x="129" y="200"/>
                  </a:cubicBezTo>
                  <a:cubicBezTo>
                    <a:pt x="132" y="200"/>
                    <a:pt x="137" y="201"/>
                    <a:pt x="138" y="205"/>
                  </a:cubicBezTo>
                  <a:cubicBezTo>
                    <a:pt x="139" y="208"/>
                    <a:pt x="139" y="213"/>
                    <a:pt x="138" y="218"/>
                  </a:cubicBezTo>
                  <a:close/>
                  <a:moveTo>
                    <a:pt x="131" y="187"/>
                  </a:moveTo>
                  <a:cubicBezTo>
                    <a:pt x="129" y="187"/>
                    <a:pt x="126" y="187"/>
                    <a:pt x="124" y="187"/>
                  </a:cubicBezTo>
                  <a:cubicBezTo>
                    <a:pt x="123" y="187"/>
                    <a:pt x="123" y="187"/>
                    <a:pt x="123" y="187"/>
                  </a:cubicBezTo>
                  <a:cubicBezTo>
                    <a:pt x="123" y="187"/>
                    <a:pt x="123" y="187"/>
                    <a:pt x="123" y="187"/>
                  </a:cubicBezTo>
                  <a:cubicBezTo>
                    <a:pt x="123" y="185"/>
                    <a:pt x="123" y="184"/>
                    <a:pt x="123" y="184"/>
                  </a:cubicBezTo>
                  <a:cubicBezTo>
                    <a:pt x="121" y="175"/>
                    <a:pt x="109" y="169"/>
                    <a:pt x="98" y="168"/>
                  </a:cubicBezTo>
                  <a:cubicBezTo>
                    <a:pt x="98" y="168"/>
                    <a:pt x="98" y="168"/>
                    <a:pt x="98" y="168"/>
                  </a:cubicBezTo>
                  <a:cubicBezTo>
                    <a:pt x="98" y="168"/>
                    <a:pt x="98" y="168"/>
                    <a:pt x="98" y="168"/>
                  </a:cubicBezTo>
                  <a:cubicBezTo>
                    <a:pt x="98" y="168"/>
                    <a:pt x="98" y="168"/>
                    <a:pt x="98" y="167"/>
                  </a:cubicBezTo>
                  <a:cubicBezTo>
                    <a:pt x="96" y="162"/>
                    <a:pt x="90" y="156"/>
                    <a:pt x="84" y="154"/>
                  </a:cubicBezTo>
                  <a:cubicBezTo>
                    <a:pt x="78" y="151"/>
                    <a:pt x="73" y="150"/>
                    <a:pt x="68" y="152"/>
                  </a:cubicBezTo>
                  <a:cubicBezTo>
                    <a:pt x="65" y="153"/>
                    <a:pt x="63" y="155"/>
                    <a:pt x="60" y="158"/>
                  </a:cubicBezTo>
                  <a:cubicBezTo>
                    <a:pt x="60" y="159"/>
                    <a:pt x="60" y="159"/>
                    <a:pt x="60" y="159"/>
                  </a:cubicBezTo>
                  <a:cubicBezTo>
                    <a:pt x="59" y="158"/>
                    <a:pt x="59" y="158"/>
                    <a:pt x="59" y="158"/>
                  </a:cubicBezTo>
                  <a:cubicBezTo>
                    <a:pt x="15" y="128"/>
                    <a:pt x="15" y="128"/>
                    <a:pt x="15" y="128"/>
                  </a:cubicBezTo>
                  <a:cubicBezTo>
                    <a:pt x="15" y="128"/>
                    <a:pt x="15" y="128"/>
                    <a:pt x="15" y="128"/>
                  </a:cubicBezTo>
                  <a:cubicBezTo>
                    <a:pt x="50" y="32"/>
                    <a:pt x="50" y="32"/>
                    <a:pt x="50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82" y="90"/>
                    <a:pt x="82" y="90"/>
                    <a:pt x="82" y="90"/>
                  </a:cubicBezTo>
                  <a:cubicBezTo>
                    <a:pt x="82" y="90"/>
                    <a:pt x="82" y="91"/>
                    <a:pt x="82" y="91"/>
                  </a:cubicBezTo>
                  <a:cubicBezTo>
                    <a:pt x="82" y="92"/>
                    <a:pt x="79" y="101"/>
                    <a:pt x="86" y="108"/>
                  </a:cubicBezTo>
                  <a:cubicBezTo>
                    <a:pt x="91" y="115"/>
                    <a:pt x="100" y="117"/>
                    <a:pt x="113" y="116"/>
                  </a:cubicBezTo>
                  <a:cubicBezTo>
                    <a:pt x="135" y="114"/>
                    <a:pt x="142" y="101"/>
                    <a:pt x="148" y="91"/>
                  </a:cubicBezTo>
                  <a:cubicBezTo>
                    <a:pt x="150" y="86"/>
                    <a:pt x="152" y="82"/>
                    <a:pt x="155" y="79"/>
                  </a:cubicBezTo>
                  <a:cubicBezTo>
                    <a:pt x="164" y="72"/>
                    <a:pt x="174" y="70"/>
                    <a:pt x="187" y="74"/>
                  </a:cubicBezTo>
                  <a:cubicBezTo>
                    <a:pt x="193" y="75"/>
                    <a:pt x="214" y="96"/>
                    <a:pt x="231" y="115"/>
                  </a:cubicBezTo>
                  <a:cubicBezTo>
                    <a:pt x="231" y="115"/>
                    <a:pt x="231" y="115"/>
                    <a:pt x="231" y="115"/>
                  </a:cubicBezTo>
                  <a:cubicBezTo>
                    <a:pt x="272" y="155"/>
                    <a:pt x="272" y="155"/>
                    <a:pt x="272" y="155"/>
                  </a:cubicBezTo>
                  <a:cubicBezTo>
                    <a:pt x="272" y="155"/>
                    <a:pt x="272" y="155"/>
                    <a:pt x="272" y="155"/>
                  </a:cubicBezTo>
                  <a:cubicBezTo>
                    <a:pt x="271" y="159"/>
                    <a:pt x="268" y="164"/>
                    <a:pt x="264" y="167"/>
                  </a:cubicBezTo>
                  <a:cubicBezTo>
                    <a:pt x="261" y="170"/>
                    <a:pt x="257" y="172"/>
                    <a:pt x="254" y="172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3" y="172"/>
                    <a:pt x="253" y="172"/>
                    <a:pt x="253" y="172"/>
                  </a:cubicBezTo>
                  <a:cubicBezTo>
                    <a:pt x="220" y="145"/>
                    <a:pt x="220" y="145"/>
                    <a:pt x="220" y="145"/>
                  </a:cubicBezTo>
                  <a:cubicBezTo>
                    <a:pt x="217" y="142"/>
                    <a:pt x="212" y="135"/>
                    <a:pt x="212" y="132"/>
                  </a:cubicBezTo>
                  <a:cubicBezTo>
                    <a:pt x="212" y="128"/>
                    <a:pt x="209" y="126"/>
                    <a:pt x="205" y="126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201" y="126"/>
                    <a:pt x="199" y="129"/>
                    <a:pt x="199" y="133"/>
                  </a:cubicBezTo>
                  <a:cubicBezTo>
                    <a:pt x="200" y="142"/>
                    <a:pt x="209" y="152"/>
                    <a:pt x="211" y="154"/>
                  </a:cubicBezTo>
                  <a:cubicBezTo>
                    <a:pt x="211" y="155"/>
                    <a:pt x="211" y="155"/>
                    <a:pt x="212" y="155"/>
                  </a:cubicBezTo>
                  <a:cubicBezTo>
                    <a:pt x="245" y="182"/>
                    <a:pt x="245" y="182"/>
                    <a:pt x="245" y="182"/>
                  </a:cubicBezTo>
                  <a:cubicBezTo>
                    <a:pt x="245" y="182"/>
                    <a:pt x="245" y="183"/>
                    <a:pt x="246" y="183"/>
                  </a:cubicBezTo>
                  <a:cubicBezTo>
                    <a:pt x="246" y="183"/>
                    <a:pt x="246" y="183"/>
                    <a:pt x="246" y="183"/>
                  </a:cubicBezTo>
                  <a:cubicBezTo>
                    <a:pt x="246" y="183"/>
                    <a:pt x="246" y="183"/>
                    <a:pt x="246" y="183"/>
                  </a:cubicBezTo>
                  <a:cubicBezTo>
                    <a:pt x="245" y="186"/>
                    <a:pt x="243" y="189"/>
                    <a:pt x="240" y="192"/>
                  </a:cubicBezTo>
                  <a:cubicBezTo>
                    <a:pt x="236" y="195"/>
                    <a:pt x="232" y="197"/>
                    <a:pt x="228" y="197"/>
                  </a:cubicBezTo>
                  <a:cubicBezTo>
                    <a:pt x="228" y="197"/>
                    <a:pt x="228" y="197"/>
                    <a:pt x="228" y="197"/>
                  </a:cubicBezTo>
                  <a:cubicBezTo>
                    <a:pt x="228" y="197"/>
                    <a:pt x="228" y="197"/>
                    <a:pt x="228" y="197"/>
                  </a:cubicBezTo>
                  <a:cubicBezTo>
                    <a:pt x="193" y="168"/>
                    <a:pt x="193" y="168"/>
                    <a:pt x="193" y="168"/>
                  </a:cubicBezTo>
                  <a:cubicBezTo>
                    <a:pt x="192" y="167"/>
                    <a:pt x="190" y="167"/>
                    <a:pt x="188" y="167"/>
                  </a:cubicBezTo>
                  <a:cubicBezTo>
                    <a:pt x="186" y="167"/>
                    <a:pt x="185" y="168"/>
                    <a:pt x="184" y="169"/>
                  </a:cubicBezTo>
                  <a:cubicBezTo>
                    <a:pt x="183" y="171"/>
                    <a:pt x="182" y="172"/>
                    <a:pt x="182" y="174"/>
                  </a:cubicBezTo>
                  <a:cubicBezTo>
                    <a:pt x="182" y="176"/>
                    <a:pt x="183" y="177"/>
                    <a:pt x="185" y="178"/>
                  </a:cubicBezTo>
                  <a:cubicBezTo>
                    <a:pt x="219" y="206"/>
                    <a:pt x="219" y="206"/>
                    <a:pt x="219" y="206"/>
                  </a:cubicBezTo>
                  <a:cubicBezTo>
                    <a:pt x="219" y="206"/>
                    <a:pt x="219" y="206"/>
                    <a:pt x="219" y="206"/>
                  </a:cubicBezTo>
                  <a:cubicBezTo>
                    <a:pt x="218" y="210"/>
                    <a:pt x="216" y="213"/>
                    <a:pt x="213" y="215"/>
                  </a:cubicBezTo>
                  <a:cubicBezTo>
                    <a:pt x="211" y="218"/>
                    <a:pt x="207" y="219"/>
                    <a:pt x="204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171" y="194"/>
                    <a:pt x="171" y="194"/>
                    <a:pt x="171" y="194"/>
                  </a:cubicBezTo>
                  <a:cubicBezTo>
                    <a:pt x="170" y="193"/>
                    <a:pt x="168" y="193"/>
                    <a:pt x="166" y="193"/>
                  </a:cubicBezTo>
                  <a:cubicBezTo>
                    <a:pt x="165" y="193"/>
                    <a:pt x="163" y="194"/>
                    <a:pt x="162" y="196"/>
                  </a:cubicBezTo>
                  <a:cubicBezTo>
                    <a:pt x="161" y="197"/>
                    <a:pt x="161" y="199"/>
                    <a:pt x="161" y="201"/>
                  </a:cubicBezTo>
                  <a:cubicBezTo>
                    <a:pt x="161" y="202"/>
                    <a:pt x="162" y="204"/>
                    <a:pt x="163" y="205"/>
                  </a:cubicBezTo>
                  <a:cubicBezTo>
                    <a:pt x="188" y="224"/>
                    <a:pt x="188" y="224"/>
                    <a:pt x="188" y="224"/>
                  </a:cubicBezTo>
                  <a:cubicBezTo>
                    <a:pt x="188" y="224"/>
                    <a:pt x="188" y="224"/>
                    <a:pt x="188" y="224"/>
                  </a:cubicBezTo>
                  <a:cubicBezTo>
                    <a:pt x="187" y="224"/>
                    <a:pt x="186" y="225"/>
                    <a:pt x="185" y="225"/>
                  </a:cubicBezTo>
                  <a:cubicBezTo>
                    <a:pt x="182" y="225"/>
                    <a:pt x="179" y="226"/>
                    <a:pt x="176" y="226"/>
                  </a:cubicBezTo>
                  <a:cubicBezTo>
                    <a:pt x="168" y="226"/>
                    <a:pt x="158" y="223"/>
                    <a:pt x="151" y="220"/>
                  </a:cubicBezTo>
                  <a:cubicBezTo>
                    <a:pt x="151" y="220"/>
                    <a:pt x="151" y="220"/>
                    <a:pt x="151" y="220"/>
                  </a:cubicBezTo>
                  <a:cubicBezTo>
                    <a:pt x="151" y="220"/>
                    <a:pt x="151" y="220"/>
                    <a:pt x="151" y="220"/>
                  </a:cubicBezTo>
                  <a:cubicBezTo>
                    <a:pt x="153" y="212"/>
                    <a:pt x="152" y="205"/>
                    <a:pt x="151" y="201"/>
                  </a:cubicBezTo>
                  <a:cubicBezTo>
                    <a:pt x="149" y="193"/>
                    <a:pt x="141" y="188"/>
                    <a:pt x="131" y="1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n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A4BF9D-17F2-4E57-8DC1-CD210C06D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651616" y="1577830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sp>
          <p:nvSpPr>
            <p:cNvPr id="262" name="Freeform 144" descr="Merge Line">
              <a:extLst>
                <a:ext uri="{FF2B5EF4-FFF2-40B4-BE49-F238E27FC236}">
                  <a16:creationId xmlns:a16="http://schemas.microsoft.com/office/drawing/2014/main" id="{CD230F64-7DB1-4B7E-9E24-E1E573B6960C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171887" y="1915146"/>
              <a:ext cx="274440" cy="529622"/>
            </a:xfrm>
            <a:custGeom>
              <a:avLst/>
              <a:gdLst>
                <a:gd name="T0" fmla="*/ 116 w 154"/>
                <a:gd name="T1" fmla="*/ 167 h 297"/>
                <a:gd name="T2" fmla="*/ 83 w 154"/>
                <a:gd name="T3" fmla="*/ 119 h 297"/>
                <a:gd name="T4" fmla="*/ 83 w 154"/>
                <a:gd name="T5" fmla="*/ 18 h 297"/>
                <a:gd name="T6" fmla="*/ 83 w 154"/>
                <a:gd name="T7" fmla="*/ 17 h 297"/>
                <a:gd name="T8" fmla="*/ 83 w 154"/>
                <a:gd name="T9" fmla="*/ 17 h 297"/>
                <a:gd name="T10" fmla="*/ 109 w 154"/>
                <a:gd name="T11" fmla="*/ 34 h 297"/>
                <a:gd name="T12" fmla="*/ 118 w 154"/>
                <a:gd name="T13" fmla="*/ 33 h 297"/>
                <a:gd name="T14" fmla="*/ 119 w 154"/>
                <a:gd name="T15" fmla="*/ 30 h 297"/>
                <a:gd name="T16" fmla="*/ 116 w 154"/>
                <a:gd name="T17" fmla="*/ 25 h 297"/>
                <a:gd name="T18" fmla="*/ 80 w 154"/>
                <a:gd name="T19" fmla="*/ 1 h 297"/>
                <a:gd name="T20" fmla="*/ 80 w 154"/>
                <a:gd name="T21" fmla="*/ 1 h 297"/>
                <a:gd name="T22" fmla="*/ 80 w 154"/>
                <a:gd name="T23" fmla="*/ 1 h 297"/>
                <a:gd name="T24" fmla="*/ 80 w 154"/>
                <a:gd name="T25" fmla="*/ 1 h 297"/>
                <a:gd name="T26" fmla="*/ 79 w 154"/>
                <a:gd name="T27" fmla="*/ 0 h 297"/>
                <a:gd name="T28" fmla="*/ 79 w 154"/>
                <a:gd name="T29" fmla="*/ 0 h 297"/>
                <a:gd name="T30" fmla="*/ 77 w 154"/>
                <a:gd name="T31" fmla="*/ 0 h 297"/>
                <a:gd name="T32" fmla="*/ 77 w 154"/>
                <a:gd name="T33" fmla="*/ 0 h 297"/>
                <a:gd name="T34" fmla="*/ 76 w 154"/>
                <a:gd name="T35" fmla="*/ 0 h 297"/>
                <a:gd name="T36" fmla="*/ 75 w 154"/>
                <a:gd name="T37" fmla="*/ 0 h 297"/>
                <a:gd name="T38" fmla="*/ 74 w 154"/>
                <a:gd name="T39" fmla="*/ 1 h 297"/>
                <a:gd name="T40" fmla="*/ 74 w 154"/>
                <a:gd name="T41" fmla="*/ 1 h 297"/>
                <a:gd name="T42" fmla="*/ 74 w 154"/>
                <a:gd name="T43" fmla="*/ 1 h 297"/>
                <a:gd name="T44" fmla="*/ 74 w 154"/>
                <a:gd name="T45" fmla="*/ 1 h 297"/>
                <a:gd name="T46" fmla="*/ 38 w 154"/>
                <a:gd name="T47" fmla="*/ 25 h 297"/>
                <a:gd name="T48" fmla="*/ 37 w 154"/>
                <a:gd name="T49" fmla="*/ 33 h 297"/>
                <a:gd name="T50" fmla="*/ 45 w 154"/>
                <a:gd name="T51" fmla="*/ 34 h 297"/>
                <a:gd name="T52" fmla="*/ 71 w 154"/>
                <a:gd name="T53" fmla="*/ 17 h 297"/>
                <a:gd name="T54" fmla="*/ 71 w 154"/>
                <a:gd name="T55" fmla="*/ 17 h 297"/>
                <a:gd name="T56" fmla="*/ 71 w 154"/>
                <a:gd name="T57" fmla="*/ 18 h 297"/>
                <a:gd name="T58" fmla="*/ 71 w 154"/>
                <a:gd name="T59" fmla="*/ 119 h 297"/>
                <a:gd name="T60" fmla="*/ 38 w 154"/>
                <a:gd name="T61" fmla="*/ 167 h 297"/>
                <a:gd name="T62" fmla="*/ 0 w 154"/>
                <a:gd name="T63" fmla="*/ 226 h 297"/>
                <a:gd name="T64" fmla="*/ 0 w 154"/>
                <a:gd name="T65" fmla="*/ 255 h 297"/>
                <a:gd name="T66" fmla="*/ 0 w 154"/>
                <a:gd name="T67" fmla="*/ 280 h 297"/>
                <a:gd name="T68" fmla="*/ 0 w 154"/>
                <a:gd name="T69" fmla="*/ 291 h 297"/>
                <a:gd name="T70" fmla="*/ 6 w 154"/>
                <a:gd name="T71" fmla="*/ 297 h 297"/>
                <a:gd name="T72" fmla="*/ 12 w 154"/>
                <a:gd name="T73" fmla="*/ 291 h 297"/>
                <a:gd name="T74" fmla="*/ 12 w 154"/>
                <a:gd name="T75" fmla="*/ 280 h 297"/>
                <a:gd name="T76" fmla="*/ 12 w 154"/>
                <a:gd name="T77" fmla="*/ 280 h 297"/>
                <a:gd name="T78" fmla="*/ 12 w 154"/>
                <a:gd name="T79" fmla="*/ 226 h 297"/>
                <a:gd name="T80" fmla="*/ 45 w 154"/>
                <a:gd name="T81" fmla="*/ 177 h 297"/>
                <a:gd name="T82" fmla="*/ 77 w 154"/>
                <a:gd name="T83" fmla="*/ 146 h 297"/>
                <a:gd name="T84" fmla="*/ 109 w 154"/>
                <a:gd name="T85" fmla="*/ 177 h 297"/>
                <a:gd name="T86" fmla="*/ 142 w 154"/>
                <a:gd name="T87" fmla="*/ 226 h 297"/>
                <a:gd name="T88" fmla="*/ 142 w 154"/>
                <a:gd name="T89" fmla="*/ 280 h 297"/>
                <a:gd name="T90" fmla="*/ 142 w 154"/>
                <a:gd name="T91" fmla="*/ 280 h 297"/>
                <a:gd name="T92" fmla="*/ 142 w 154"/>
                <a:gd name="T93" fmla="*/ 291 h 297"/>
                <a:gd name="T94" fmla="*/ 148 w 154"/>
                <a:gd name="T95" fmla="*/ 297 h 297"/>
                <a:gd name="T96" fmla="*/ 154 w 154"/>
                <a:gd name="T97" fmla="*/ 291 h 297"/>
                <a:gd name="T98" fmla="*/ 154 w 154"/>
                <a:gd name="T99" fmla="*/ 280 h 297"/>
                <a:gd name="T100" fmla="*/ 154 w 154"/>
                <a:gd name="T101" fmla="*/ 255 h 297"/>
                <a:gd name="T102" fmla="*/ 154 w 154"/>
                <a:gd name="T103" fmla="*/ 226 h 297"/>
                <a:gd name="T104" fmla="*/ 116 w 154"/>
                <a:gd name="T105" fmla="*/ 16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4" h="297">
                  <a:moveTo>
                    <a:pt x="116" y="167"/>
                  </a:moveTo>
                  <a:cubicBezTo>
                    <a:pt x="98" y="156"/>
                    <a:pt x="83" y="146"/>
                    <a:pt x="83" y="1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18"/>
                    <a:pt x="83" y="17"/>
                    <a:pt x="83" y="17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109" y="34"/>
                    <a:pt x="109" y="34"/>
                    <a:pt x="109" y="34"/>
                  </a:cubicBezTo>
                  <a:cubicBezTo>
                    <a:pt x="112" y="36"/>
                    <a:pt x="116" y="36"/>
                    <a:pt x="118" y="33"/>
                  </a:cubicBezTo>
                  <a:cubicBezTo>
                    <a:pt x="118" y="32"/>
                    <a:pt x="119" y="31"/>
                    <a:pt x="119" y="30"/>
                  </a:cubicBezTo>
                  <a:cubicBezTo>
                    <a:pt x="119" y="28"/>
                    <a:pt x="118" y="26"/>
                    <a:pt x="116" y="25"/>
                  </a:cubicBezTo>
                  <a:cubicBezTo>
                    <a:pt x="80" y="1"/>
                    <a:pt x="80" y="1"/>
                    <a:pt x="80" y="1"/>
                  </a:cubicBezTo>
                  <a:cubicBezTo>
                    <a:pt x="80" y="1"/>
                    <a:pt x="80" y="1"/>
                    <a:pt x="80" y="1"/>
                  </a:cubicBezTo>
                  <a:cubicBezTo>
                    <a:pt x="80" y="1"/>
                    <a:pt x="80" y="1"/>
                    <a:pt x="80" y="1"/>
                  </a:cubicBezTo>
                  <a:cubicBezTo>
                    <a:pt x="80" y="1"/>
                    <a:pt x="80" y="1"/>
                    <a:pt x="80" y="1"/>
                  </a:cubicBezTo>
                  <a:cubicBezTo>
                    <a:pt x="80" y="1"/>
                    <a:pt x="79" y="0"/>
                    <a:pt x="79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8" y="0"/>
                    <a:pt x="78" y="0"/>
                    <a:pt x="77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0"/>
                    <a:pt x="74" y="1"/>
                    <a:pt x="74" y="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5" y="26"/>
                    <a:pt x="35" y="30"/>
                    <a:pt x="37" y="33"/>
                  </a:cubicBezTo>
                  <a:cubicBezTo>
                    <a:pt x="38" y="36"/>
                    <a:pt x="42" y="36"/>
                    <a:pt x="45" y="34"/>
                  </a:cubicBezTo>
                  <a:cubicBezTo>
                    <a:pt x="71" y="17"/>
                    <a:pt x="71" y="17"/>
                    <a:pt x="71" y="17"/>
                  </a:cubicBezTo>
                  <a:cubicBezTo>
                    <a:pt x="71" y="17"/>
                    <a:pt x="71" y="17"/>
                    <a:pt x="71" y="17"/>
                  </a:cubicBezTo>
                  <a:cubicBezTo>
                    <a:pt x="71" y="17"/>
                    <a:pt x="71" y="18"/>
                    <a:pt x="71" y="18"/>
                  </a:cubicBezTo>
                  <a:cubicBezTo>
                    <a:pt x="71" y="119"/>
                    <a:pt x="71" y="119"/>
                    <a:pt x="71" y="119"/>
                  </a:cubicBezTo>
                  <a:cubicBezTo>
                    <a:pt x="71" y="146"/>
                    <a:pt x="56" y="156"/>
                    <a:pt x="38" y="167"/>
                  </a:cubicBezTo>
                  <a:cubicBezTo>
                    <a:pt x="20" y="179"/>
                    <a:pt x="0" y="193"/>
                    <a:pt x="0" y="226"/>
                  </a:cubicBezTo>
                  <a:cubicBezTo>
                    <a:pt x="0" y="255"/>
                    <a:pt x="0" y="255"/>
                    <a:pt x="0" y="255"/>
                  </a:cubicBezTo>
                  <a:cubicBezTo>
                    <a:pt x="0" y="280"/>
                    <a:pt x="0" y="280"/>
                    <a:pt x="0" y="280"/>
                  </a:cubicBezTo>
                  <a:cubicBezTo>
                    <a:pt x="0" y="291"/>
                    <a:pt x="0" y="291"/>
                    <a:pt x="0" y="291"/>
                  </a:cubicBezTo>
                  <a:cubicBezTo>
                    <a:pt x="0" y="294"/>
                    <a:pt x="3" y="297"/>
                    <a:pt x="6" y="297"/>
                  </a:cubicBezTo>
                  <a:cubicBezTo>
                    <a:pt x="9" y="297"/>
                    <a:pt x="12" y="294"/>
                    <a:pt x="12" y="291"/>
                  </a:cubicBezTo>
                  <a:cubicBezTo>
                    <a:pt x="12" y="280"/>
                    <a:pt x="12" y="280"/>
                    <a:pt x="12" y="280"/>
                  </a:cubicBezTo>
                  <a:cubicBezTo>
                    <a:pt x="12" y="280"/>
                    <a:pt x="12" y="280"/>
                    <a:pt x="12" y="280"/>
                  </a:cubicBezTo>
                  <a:cubicBezTo>
                    <a:pt x="12" y="226"/>
                    <a:pt x="12" y="226"/>
                    <a:pt x="12" y="226"/>
                  </a:cubicBezTo>
                  <a:cubicBezTo>
                    <a:pt x="12" y="199"/>
                    <a:pt x="27" y="189"/>
                    <a:pt x="45" y="177"/>
                  </a:cubicBezTo>
                  <a:cubicBezTo>
                    <a:pt x="57" y="169"/>
                    <a:pt x="70" y="161"/>
                    <a:pt x="77" y="146"/>
                  </a:cubicBezTo>
                  <a:cubicBezTo>
                    <a:pt x="84" y="161"/>
                    <a:pt x="97" y="169"/>
                    <a:pt x="109" y="177"/>
                  </a:cubicBezTo>
                  <a:cubicBezTo>
                    <a:pt x="127" y="189"/>
                    <a:pt x="142" y="199"/>
                    <a:pt x="142" y="226"/>
                  </a:cubicBezTo>
                  <a:cubicBezTo>
                    <a:pt x="142" y="280"/>
                    <a:pt x="142" y="280"/>
                    <a:pt x="142" y="280"/>
                  </a:cubicBezTo>
                  <a:cubicBezTo>
                    <a:pt x="142" y="280"/>
                    <a:pt x="142" y="280"/>
                    <a:pt x="142" y="280"/>
                  </a:cubicBezTo>
                  <a:cubicBezTo>
                    <a:pt x="142" y="291"/>
                    <a:pt x="142" y="291"/>
                    <a:pt x="142" y="291"/>
                  </a:cubicBezTo>
                  <a:cubicBezTo>
                    <a:pt x="142" y="294"/>
                    <a:pt x="145" y="297"/>
                    <a:pt x="148" y="297"/>
                  </a:cubicBezTo>
                  <a:cubicBezTo>
                    <a:pt x="152" y="297"/>
                    <a:pt x="154" y="294"/>
                    <a:pt x="154" y="291"/>
                  </a:cubicBezTo>
                  <a:cubicBezTo>
                    <a:pt x="154" y="280"/>
                    <a:pt x="154" y="280"/>
                    <a:pt x="154" y="280"/>
                  </a:cubicBezTo>
                  <a:cubicBezTo>
                    <a:pt x="154" y="255"/>
                    <a:pt x="154" y="255"/>
                    <a:pt x="154" y="255"/>
                  </a:cubicBezTo>
                  <a:cubicBezTo>
                    <a:pt x="154" y="226"/>
                    <a:pt x="154" y="226"/>
                    <a:pt x="154" y="226"/>
                  </a:cubicBezTo>
                  <a:cubicBezTo>
                    <a:pt x="154" y="193"/>
                    <a:pt x="134" y="179"/>
                    <a:pt x="116" y="1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6EC6D0B-4839-470F-A79A-279A47AFBD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922235" y="1577830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sp>
          <p:nvSpPr>
            <p:cNvPr id="43" name="Freeform 69" descr="Checkmark">
              <a:extLst>
                <a:ext uri="{FF2B5EF4-FFF2-40B4-BE49-F238E27FC236}">
                  <a16:creationId xmlns:a16="http://schemas.microsoft.com/office/drawing/2014/main" id="{447C8437-B8DA-40EF-A4A1-F88FAF7F78D3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5653" y="1967482"/>
              <a:ext cx="499664" cy="424950"/>
            </a:xfrm>
            <a:custGeom>
              <a:avLst/>
              <a:gdLst>
                <a:gd name="T0" fmla="*/ 90 w 289"/>
                <a:gd name="T1" fmla="*/ 246 h 246"/>
                <a:gd name="T2" fmla="*/ 86 w 289"/>
                <a:gd name="T3" fmla="*/ 244 h 246"/>
                <a:gd name="T4" fmla="*/ 2 w 289"/>
                <a:gd name="T5" fmla="*/ 160 h 246"/>
                <a:gd name="T6" fmla="*/ 2 w 289"/>
                <a:gd name="T7" fmla="*/ 152 h 246"/>
                <a:gd name="T8" fmla="*/ 44 w 289"/>
                <a:gd name="T9" fmla="*/ 110 h 246"/>
                <a:gd name="T10" fmla="*/ 53 w 289"/>
                <a:gd name="T11" fmla="*/ 110 h 246"/>
                <a:gd name="T12" fmla="*/ 90 w 289"/>
                <a:gd name="T13" fmla="*/ 148 h 246"/>
                <a:gd name="T14" fmla="*/ 236 w 289"/>
                <a:gd name="T15" fmla="*/ 2 h 246"/>
                <a:gd name="T16" fmla="*/ 245 w 289"/>
                <a:gd name="T17" fmla="*/ 2 h 246"/>
                <a:gd name="T18" fmla="*/ 287 w 289"/>
                <a:gd name="T19" fmla="*/ 44 h 246"/>
                <a:gd name="T20" fmla="*/ 287 w 289"/>
                <a:gd name="T21" fmla="*/ 52 h 246"/>
                <a:gd name="T22" fmla="*/ 95 w 289"/>
                <a:gd name="T23" fmla="*/ 244 h 246"/>
                <a:gd name="T24" fmla="*/ 90 w 289"/>
                <a:gd name="T25" fmla="*/ 246 h 246"/>
                <a:gd name="T26" fmla="*/ 15 w 289"/>
                <a:gd name="T27" fmla="*/ 156 h 246"/>
                <a:gd name="T28" fmla="*/ 90 w 289"/>
                <a:gd name="T29" fmla="*/ 232 h 246"/>
                <a:gd name="T30" fmla="*/ 274 w 289"/>
                <a:gd name="T31" fmla="*/ 48 h 246"/>
                <a:gd name="T32" fmla="*/ 240 w 289"/>
                <a:gd name="T33" fmla="*/ 15 h 246"/>
                <a:gd name="T34" fmla="*/ 95 w 289"/>
                <a:gd name="T35" fmla="*/ 160 h 246"/>
                <a:gd name="T36" fmla="*/ 86 w 289"/>
                <a:gd name="T37" fmla="*/ 160 h 246"/>
                <a:gd name="T38" fmla="*/ 48 w 289"/>
                <a:gd name="T39" fmla="*/ 123 h 246"/>
                <a:gd name="T40" fmla="*/ 15 w 289"/>
                <a:gd name="T41" fmla="*/ 15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9" h="246">
                  <a:moveTo>
                    <a:pt x="90" y="246"/>
                  </a:moveTo>
                  <a:cubicBezTo>
                    <a:pt x="89" y="246"/>
                    <a:pt x="87" y="246"/>
                    <a:pt x="86" y="244"/>
                  </a:cubicBezTo>
                  <a:cubicBezTo>
                    <a:pt x="2" y="160"/>
                    <a:pt x="2" y="160"/>
                    <a:pt x="2" y="160"/>
                  </a:cubicBezTo>
                  <a:cubicBezTo>
                    <a:pt x="0" y="158"/>
                    <a:pt x="0" y="154"/>
                    <a:pt x="2" y="152"/>
                  </a:cubicBezTo>
                  <a:cubicBezTo>
                    <a:pt x="44" y="110"/>
                    <a:pt x="44" y="110"/>
                    <a:pt x="44" y="110"/>
                  </a:cubicBezTo>
                  <a:cubicBezTo>
                    <a:pt x="47" y="108"/>
                    <a:pt x="50" y="108"/>
                    <a:pt x="53" y="110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236" y="2"/>
                    <a:pt x="236" y="2"/>
                    <a:pt x="236" y="2"/>
                  </a:cubicBezTo>
                  <a:cubicBezTo>
                    <a:pt x="239" y="0"/>
                    <a:pt x="242" y="0"/>
                    <a:pt x="245" y="2"/>
                  </a:cubicBezTo>
                  <a:cubicBezTo>
                    <a:pt x="287" y="44"/>
                    <a:pt x="287" y="44"/>
                    <a:pt x="287" y="44"/>
                  </a:cubicBezTo>
                  <a:cubicBezTo>
                    <a:pt x="289" y="46"/>
                    <a:pt x="289" y="50"/>
                    <a:pt x="287" y="52"/>
                  </a:cubicBezTo>
                  <a:cubicBezTo>
                    <a:pt x="95" y="244"/>
                    <a:pt x="95" y="244"/>
                    <a:pt x="95" y="244"/>
                  </a:cubicBezTo>
                  <a:cubicBezTo>
                    <a:pt x="94" y="246"/>
                    <a:pt x="92" y="246"/>
                    <a:pt x="90" y="246"/>
                  </a:cubicBezTo>
                  <a:close/>
                  <a:moveTo>
                    <a:pt x="15" y="156"/>
                  </a:moveTo>
                  <a:cubicBezTo>
                    <a:pt x="90" y="232"/>
                    <a:pt x="90" y="232"/>
                    <a:pt x="90" y="232"/>
                  </a:cubicBezTo>
                  <a:cubicBezTo>
                    <a:pt x="274" y="48"/>
                    <a:pt x="274" y="48"/>
                    <a:pt x="274" y="48"/>
                  </a:cubicBezTo>
                  <a:cubicBezTo>
                    <a:pt x="240" y="15"/>
                    <a:pt x="240" y="15"/>
                    <a:pt x="240" y="15"/>
                  </a:cubicBezTo>
                  <a:cubicBezTo>
                    <a:pt x="95" y="160"/>
                    <a:pt x="95" y="160"/>
                    <a:pt x="95" y="160"/>
                  </a:cubicBezTo>
                  <a:cubicBezTo>
                    <a:pt x="92" y="163"/>
                    <a:pt x="89" y="163"/>
                    <a:pt x="86" y="160"/>
                  </a:cubicBezTo>
                  <a:cubicBezTo>
                    <a:pt x="48" y="123"/>
                    <a:pt x="48" y="123"/>
                    <a:pt x="48" y="123"/>
                  </a:cubicBezTo>
                  <a:lnTo>
                    <a:pt x="15" y="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2"/>
                </a:solidFill>
                <a:latin typeface="+mj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B664B5-223E-4960-A680-CB3A5C4ED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92852" y="1577830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sp>
          <p:nvSpPr>
            <p:cNvPr id="288" name="Freeform: Shape 287" descr="Checkmark in Circle">
              <a:extLst>
                <a:ext uri="{FF2B5EF4-FFF2-40B4-BE49-F238E27FC236}">
                  <a16:creationId xmlns:a16="http://schemas.microsoft.com/office/drawing/2014/main" id="{F581E67E-DDA9-48D4-8F6B-3E17144F67F9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>
              <a:spLocks/>
            </p:cNvSpPr>
            <p:nvPr/>
          </p:nvSpPr>
          <p:spPr bwMode="auto">
            <a:xfrm>
              <a:off x="4599644" y="1932035"/>
              <a:ext cx="498092" cy="497754"/>
            </a:xfrm>
            <a:custGeom>
              <a:avLst/>
              <a:gdLst>
                <a:gd name="connsiteX0" fmla="*/ 196715 w 498092"/>
                <a:gd name="connsiteY0" fmla="*/ 104325 h 497754"/>
                <a:gd name="connsiteX1" fmla="*/ 284719 w 498092"/>
                <a:gd name="connsiteY1" fmla="*/ 125032 h 497754"/>
                <a:gd name="connsiteX2" fmla="*/ 289895 w 498092"/>
                <a:gd name="connsiteY2" fmla="*/ 138836 h 497754"/>
                <a:gd name="connsiteX3" fmla="*/ 274365 w 498092"/>
                <a:gd name="connsiteY3" fmla="*/ 144013 h 497754"/>
                <a:gd name="connsiteX4" fmla="*/ 196715 w 498092"/>
                <a:gd name="connsiteY4" fmla="*/ 125032 h 497754"/>
                <a:gd name="connsiteX5" fmla="*/ 20707 w 498092"/>
                <a:gd name="connsiteY5" fmla="*/ 301040 h 497754"/>
                <a:gd name="connsiteX6" fmla="*/ 196715 w 498092"/>
                <a:gd name="connsiteY6" fmla="*/ 477047 h 497754"/>
                <a:gd name="connsiteX7" fmla="*/ 372722 w 498092"/>
                <a:gd name="connsiteY7" fmla="*/ 301040 h 497754"/>
                <a:gd name="connsiteX8" fmla="*/ 369271 w 498092"/>
                <a:gd name="connsiteY8" fmla="*/ 263077 h 497754"/>
                <a:gd name="connsiteX9" fmla="*/ 376174 w 498092"/>
                <a:gd name="connsiteY9" fmla="*/ 249273 h 497754"/>
                <a:gd name="connsiteX10" fmla="*/ 388253 w 498092"/>
                <a:gd name="connsiteY10" fmla="*/ 257900 h 497754"/>
                <a:gd name="connsiteX11" fmla="*/ 393429 w 498092"/>
                <a:gd name="connsiteY11" fmla="*/ 301040 h 497754"/>
                <a:gd name="connsiteX12" fmla="*/ 196715 w 498092"/>
                <a:gd name="connsiteY12" fmla="*/ 497754 h 497754"/>
                <a:gd name="connsiteX13" fmla="*/ 0 w 498092"/>
                <a:gd name="connsiteY13" fmla="*/ 301040 h 497754"/>
                <a:gd name="connsiteX14" fmla="*/ 196715 w 498092"/>
                <a:gd name="connsiteY14" fmla="*/ 104325 h 497754"/>
                <a:gd name="connsiteX15" fmla="*/ 486692 w 498092"/>
                <a:gd name="connsiteY15" fmla="*/ 32 h 497754"/>
                <a:gd name="connsiteX16" fmla="*/ 494477 w 498092"/>
                <a:gd name="connsiteY16" fmla="*/ 3273 h 497754"/>
                <a:gd name="connsiteX17" fmla="*/ 496206 w 498092"/>
                <a:gd name="connsiteY17" fmla="*/ 17099 h 497754"/>
                <a:gd name="connsiteX18" fmla="*/ 195205 w 498092"/>
                <a:gd name="connsiteY18" fmla="*/ 390395 h 497754"/>
                <a:gd name="connsiteX19" fmla="*/ 186555 w 498092"/>
                <a:gd name="connsiteY19" fmla="*/ 393851 h 497754"/>
                <a:gd name="connsiteX20" fmla="*/ 179636 w 498092"/>
                <a:gd name="connsiteY20" fmla="*/ 390395 h 497754"/>
                <a:gd name="connsiteX21" fmla="*/ 75842 w 498092"/>
                <a:gd name="connsiteY21" fmla="*/ 286701 h 497754"/>
                <a:gd name="connsiteX22" fmla="*/ 75842 w 498092"/>
                <a:gd name="connsiteY22" fmla="*/ 272876 h 497754"/>
                <a:gd name="connsiteX23" fmla="*/ 89681 w 498092"/>
                <a:gd name="connsiteY23" fmla="*/ 272876 h 497754"/>
                <a:gd name="connsiteX24" fmla="*/ 186555 w 498092"/>
                <a:gd name="connsiteY24" fmla="*/ 367928 h 497754"/>
                <a:gd name="connsiteX25" fmla="*/ 478907 w 498092"/>
                <a:gd name="connsiteY25" fmla="*/ 3273 h 497754"/>
                <a:gd name="connsiteX26" fmla="*/ 486692 w 498092"/>
                <a:gd name="connsiteY26" fmla="*/ 32 h 497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98092" h="497754">
                  <a:moveTo>
                    <a:pt x="196715" y="104325"/>
                  </a:moveTo>
                  <a:cubicBezTo>
                    <a:pt x="227775" y="104325"/>
                    <a:pt x="257110" y="111227"/>
                    <a:pt x="284719" y="125032"/>
                  </a:cubicBezTo>
                  <a:cubicBezTo>
                    <a:pt x="289895" y="128483"/>
                    <a:pt x="291621" y="133660"/>
                    <a:pt x="289895" y="138836"/>
                  </a:cubicBezTo>
                  <a:cubicBezTo>
                    <a:pt x="286444" y="144013"/>
                    <a:pt x="279542" y="145739"/>
                    <a:pt x="274365" y="144013"/>
                  </a:cubicBezTo>
                  <a:cubicBezTo>
                    <a:pt x="250207" y="131934"/>
                    <a:pt x="224324" y="125032"/>
                    <a:pt x="196715" y="125032"/>
                  </a:cubicBezTo>
                  <a:cubicBezTo>
                    <a:pt x="100083" y="125032"/>
                    <a:pt x="20707" y="204408"/>
                    <a:pt x="20707" y="301040"/>
                  </a:cubicBezTo>
                  <a:cubicBezTo>
                    <a:pt x="20707" y="397671"/>
                    <a:pt x="100083" y="477047"/>
                    <a:pt x="196715" y="477047"/>
                  </a:cubicBezTo>
                  <a:cubicBezTo>
                    <a:pt x="293346" y="477047"/>
                    <a:pt x="372722" y="397671"/>
                    <a:pt x="372722" y="301040"/>
                  </a:cubicBezTo>
                  <a:cubicBezTo>
                    <a:pt x="372722" y="288961"/>
                    <a:pt x="370997" y="275156"/>
                    <a:pt x="369271" y="263077"/>
                  </a:cubicBezTo>
                  <a:cubicBezTo>
                    <a:pt x="367546" y="256175"/>
                    <a:pt x="370997" y="250998"/>
                    <a:pt x="376174" y="249273"/>
                  </a:cubicBezTo>
                  <a:cubicBezTo>
                    <a:pt x="381350" y="249273"/>
                    <a:pt x="388253" y="252724"/>
                    <a:pt x="388253" y="257900"/>
                  </a:cubicBezTo>
                  <a:cubicBezTo>
                    <a:pt x="391704" y="271705"/>
                    <a:pt x="393429" y="287235"/>
                    <a:pt x="393429" y="301040"/>
                  </a:cubicBezTo>
                  <a:cubicBezTo>
                    <a:pt x="393429" y="409750"/>
                    <a:pt x="305425" y="497754"/>
                    <a:pt x="196715" y="497754"/>
                  </a:cubicBezTo>
                  <a:cubicBezTo>
                    <a:pt x="88004" y="497754"/>
                    <a:pt x="0" y="409750"/>
                    <a:pt x="0" y="301040"/>
                  </a:cubicBezTo>
                  <a:cubicBezTo>
                    <a:pt x="0" y="192329"/>
                    <a:pt x="88004" y="104325"/>
                    <a:pt x="196715" y="104325"/>
                  </a:cubicBezTo>
                  <a:close/>
                  <a:moveTo>
                    <a:pt x="486692" y="32"/>
                  </a:moveTo>
                  <a:cubicBezTo>
                    <a:pt x="489287" y="-184"/>
                    <a:pt x="491882" y="680"/>
                    <a:pt x="494477" y="3273"/>
                  </a:cubicBezTo>
                  <a:cubicBezTo>
                    <a:pt x="497936" y="6729"/>
                    <a:pt x="499666" y="11914"/>
                    <a:pt x="496206" y="17099"/>
                  </a:cubicBezTo>
                  <a:cubicBezTo>
                    <a:pt x="195205" y="390395"/>
                    <a:pt x="195205" y="390395"/>
                    <a:pt x="195205" y="390395"/>
                  </a:cubicBezTo>
                  <a:cubicBezTo>
                    <a:pt x="193475" y="392123"/>
                    <a:pt x="190015" y="393851"/>
                    <a:pt x="186555" y="393851"/>
                  </a:cubicBezTo>
                  <a:cubicBezTo>
                    <a:pt x="184825" y="393851"/>
                    <a:pt x="181366" y="393851"/>
                    <a:pt x="179636" y="390395"/>
                  </a:cubicBezTo>
                  <a:cubicBezTo>
                    <a:pt x="75842" y="286701"/>
                    <a:pt x="75842" y="286701"/>
                    <a:pt x="75842" y="286701"/>
                  </a:cubicBezTo>
                  <a:cubicBezTo>
                    <a:pt x="72382" y="283245"/>
                    <a:pt x="72382" y="276332"/>
                    <a:pt x="75842" y="272876"/>
                  </a:cubicBezTo>
                  <a:cubicBezTo>
                    <a:pt x="79302" y="269419"/>
                    <a:pt x="86221" y="269419"/>
                    <a:pt x="89681" y="272876"/>
                  </a:cubicBezTo>
                  <a:cubicBezTo>
                    <a:pt x="186555" y="367928"/>
                    <a:pt x="186555" y="367928"/>
                    <a:pt x="186555" y="367928"/>
                  </a:cubicBezTo>
                  <a:cubicBezTo>
                    <a:pt x="478907" y="3273"/>
                    <a:pt x="478907" y="3273"/>
                    <a:pt x="478907" y="3273"/>
                  </a:cubicBezTo>
                  <a:cubicBezTo>
                    <a:pt x="481502" y="1545"/>
                    <a:pt x="484097" y="248"/>
                    <a:pt x="486692" y="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AU">
                <a:solidFill>
                  <a:schemeClr val="bg2"/>
                </a:solidFill>
                <a:latin typeface="+mj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611E645-2104-44FF-9CB2-6B84F9D57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463471" y="1577830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69" name="Group 78" descr="Checklist">
              <a:extLst>
                <a:ext uri="{FF2B5EF4-FFF2-40B4-BE49-F238E27FC236}">
                  <a16:creationId xmlns:a16="http://schemas.microsoft.com/office/drawing/2014/main" id="{48129F59-1EAE-4CC7-84B2-50CF4A49F694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953306" y="1958610"/>
              <a:ext cx="332544" cy="442704"/>
              <a:chOff x="5561" y="440"/>
              <a:chExt cx="320" cy="426"/>
            </a:xfrm>
            <a:solidFill>
              <a:schemeClr val="accent1"/>
            </a:solidFill>
          </p:grpSpPr>
          <p:sp>
            <p:nvSpPr>
              <p:cNvPr id="70" name="Freeform 79">
                <a:extLst>
                  <a:ext uri="{FF2B5EF4-FFF2-40B4-BE49-F238E27FC236}">
                    <a16:creationId xmlns:a16="http://schemas.microsoft.com/office/drawing/2014/main" id="{80577F24-5C69-4B4D-927B-11A5AE3879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61" y="440"/>
                <a:ext cx="320" cy="426"/>
              </a:xfrm>
              <a:custGeom>
                <a:avLst/>
                <a:gdLst>
                  <a:gd name="T0" fmla="*/ 210 w 216"/>
                  <a:gd name="T1" fmla="*/ 288 h 288"/>
                  <a:gd name="T2" fmla="*/ 6 w 216"/>
                  <a:gd name="T3" fmla="*/ 288 h 288"/>
                  <a:gd name="T4" fmla="*/ 0 w 216"/>
                  <a:gd name="T5" fmla="*/ 282 h 288"/>
                  <a:gd name="T6" fmla="*/ 0 w 216"/>
                  <a:gd name="T7" fmla="*/ 6 h 288"/>
                  <a:gd name="T8" fmla="*/ 6 w 216"/>
                  <a:gd name="T9" fmla="*/ 0 h 288"/>
                  <a:gd name="T10" fmla="*/ 138 w 216"/>
                  <a:gd name="T11" fmla="*/ 0 h 288"/>
                  <a:gd name="T12" fmla="*/ 142 w 216"/>
                  <a:gd name="T13" fmla="*/ 2 h 288"/>
                  <a:gd name="T14" fmla="*/ 214 w 216"/>
                  <a:gd name="T15" fmla="*/ 74 h 288"/>
                  <a:gd name="T16" fmla="*/ 216 w 216"/>
                  <a:gd name="T17" fmla="*/ 78 h 288"/>
                  <a:gd name="T18" fmla="*/ 216 w 216"/>
                  <a:gd name="T19" fmla="*/ 282 h 288"/>
                  <a:gd name="T20" fmla="*/ 210 w 216"/>
                  <a:gd name="T21" fmla="*/ 288 h 288"/>
                  <a:gd name="T22" fmla="*/ 12 w 216"/>
                  <a:gd name="T23" fmla="*/ 276 h 288"/>
                  <a:gd name="T24" fmla="*/ 204 w 216"/>
                  <a:gd name="T25" fmla="*/ 276 h 288"/>
                  <a:gd name="T26" fmla="*/ 204 w 216"/>
                  <a:gd name="T27" fmla="*/ 81 h 288"/>
                  <a:gd name="T28" fmla="*/ 136 w 216"/>
                  <a:gd name="T29" fmla="*/ 12 h 288"/>
                  <a:gd name="T30" fmla="*/ 12 w 216"/>
                  <a:gd name="T31" fmla="*/ 12 h 288"/>
                  <a:gd name="T32" fmla="*/ 12 w 216"/>
                  <a:gd name="T33" fmla="*/ 276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6" h="288">
                    <a:moveTo>
                      <a:pt x="210" y="288"/>
                    </a:moveTo>
                    <a:cubicBezTo>
                      <a:pt x="6" y="288"/>
                      <a:pt x="6" y="288"/>
                      <a:pt x="6" y="288"/>
                    </a:cubicBezTo>
                    <a:cubicBezTo>
                      <a:pt x="3" y="288"/>
                      <a:pt x="0" y="286"/>
                      <a:pt x="0" y="28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40" y="0"/>
                      <a:pt x="141" y="1"/>
                      <a:pt x="142" y="2"/>
                    </a:cubicBezTo>
                    <a:cubicBezTo>
                      <a:pt x="214" y="74"/>
                      <a:pt x="214" y="74"/>
                      <a:pt x="214" y="74"/>
                    </a:cubicBezTo>
                    <a:cubicBezTo>
                      <a:pt x="216" y="75"/>
                      <a:pt x="216" y="77"/>
                      <a:pt x="216" y="78"/>
                    </a:cubicBezTo>
                    <a:cubicBezTo>
                      <a:pt x="216" y="282"/>
                      <a:pt x="216" y="282"/>
                      <a:pt x="216" y="282"/>
                    </a:cubicBezTo>
                    <a:cubicBezTo>
                      <a:pt x="216" y="286"/>
                      <a:pt x="214" y="288"/>
                      <a:pt x="210" y="288"/>
                    </a:cubicBezTo>
                    <a:close/>
                    <a:moveTo>
                      <a:pt x="12" y="276"/>
                    </a:moveTo>
                    <a:cubicBezTo>
                      <a:pt x="204" y="276"/>
                      <a:pt x="204" y="276"/>
                      <a:pt x="204" y="276"/>
                    </a:cubicBezTo>
                    <a:cubicBezTo>
                      <a:pt x="204" y="81"/>
                      <a:pt x="204" y="81"/>
                      <a:pt x="204" y="81"/>
                    </a:cubicBezTo>
                    <a:cubicBezTo>
                      <a:pt x="136" y="12"/>
                      <a:pt x="136" y="12"/>
                      <a:pt x="1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71" name="Freeform 80">
                <a:extLst>
                  <a:ext uri="{FF2B5EF4-FFF2-40B4-BE49-F238E27FC236}">
                    <a16:creationId xmlns:a16="http://schemas.microsoft.com/office/drawing/2014/main" id="{E4AD609C-BD49-49D8-8BF0-2CA065AC47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7" y="440"/>
                <a:ext cx="124" cy="125"/>
              </a:xfrm>
              <a:custGeom>
                <a:avLst/>
                <a:gdLst>
                  <a:gd name="T0" fmla="*/ 78 w 84"/>
                  <a:gd name="T1" fmla="*/ 84 h 84"/>
                  <a:gd name="T2" fmla="*/ 6 w 84"/>
                  <a:gd name="T3" fmla="*/ 84 h 84"/>
                  <a:gd name="T4" fmla="*/ 0 w 84"/>
                  <a:gd name="T5" fmla="*/ 78 h 84"/>
                  <a:gd name="T6" fmla="*/ 0 w 84"/>
                  <a:gd name="T7" fmla="*/ 6 h 84"/>
                  <a:gd name="T8" fmla="*/ 6 w 84"/>
                  <a:gd name="T9" fmla="*/ 0 h 84"/>
                  <a:gd name="T10" fmla="*/ 12 w 84"/>
                  <a:gd name="T11" fmla="*/ 6 h 84"/>
                  <a:gd name="T12" fmla="*/ 12 w 84"/>
                  <a:gd name="T13" fmla="*/ 72 h 84"/>
                  <a:gd name="T14" fmla="*/ 78 w 84"/>
                  <a:gd name="T15" fmla="*/ 72 h 84"/>
                  <a:gd name="T16" fmla="*/ 84 w 84"/>
                  <a:gd name="T17" fmla="*/ 78 h 84"/>
                  <a:gd name="T18" fmla="*/ 78 w 84"/>
                  <a:gd name="T19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78" y="84"/>
                    </a:moveTo>
                    <a:cubicBezTo>
                      <a:pt x="6" y="84"/>
                      <a:pt x="6" y="84"/>
                      <a:pt x="6" y="84"/>
                    </a:cubicBezTo>
                    <a:cubicBezTo>
                      <a:pt x="3" y="84"/>
                      <a:pt x="0" y="82"/>
                      <a:pt x="0" y="78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78" y="72"/>
                      <a:pt x="78" y="72"/>
                      <a:pt x="78" y="72"/>
                    </a:cubicBezTo>
                    <a:cubicBezTo>
                      <a:pt x="82" y="72"/>
                      <a:pt x="84" y="75"/>
                      <a:pt x="84" y="78"/>
                    </a:cubicBezTo>
                    <a:cubicBezTo>
                      <a:pt x="84" y="82"/>
                      <a:pt x="82" y="84"/>
                      <a:pt x="78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72" name="Freeform 81">
                <a:extLst>
                  <a:ext uri="{FF2B5EF4-FFF2-40B4-BE49-F238E27FC236}">
                    <a16:creationId xmlns:a16="http://schemas.microsoft.com/office/drawing/2014/main" id="{5F61C750-DC2E-4E9A-9E33-B68ED44471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1" y="618"/>
                <a:ext cx="89" cy="17"/>
              </a:xfrm>
              <a:custGeom>
                <a:avLst/>
                <a:gdLst>
                  <a:gd name="T0" fmla="*/ 54 w 60"/>
                  <a:gd name="T1" fmla="*/ 12 h 12"/>
                  <a:gd name="T2" fmla="*/ 6 w 60"/>
                  <a:gd name="T3" fmla="*/ 12 h 12"/>
                  <a:gd name="T4" fmla="*/ 0 w 60"/>
                  <a:gd name="T5" fmla="*/ 6 h 12"/>
                  <a:gd name="T6" fmla="*/ 6 w 60"/>
                  <a:gd name="T7" fmla="*/ 0 h 12"/>
                  <a:gd name="T8" fmla="*/ 54 w 60"/>
                  <a:gd name="T9" fmla="*/ 0 h 12"/>
                  <a:gd name="T10" fmla="*/ 60 w 60"/>
                  <a:gd name="T11" fmla="*/ 6 h 12"/>
                  <a:gd name="T12" fmla="*/ 54 w 6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" h="12">
                    <a:moveTo>
                      <a:pt x="5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8" y="0"/>
                      <a:pt x="60" y="3"/>
                      <a:pt x="60" y="6"/>
                    </a:cubicBezTo>
                    <a:cubicBezTo>
                      <a:pt x="60" y="10"/>
                      <a:pt x="58" y="12"/>
                      <a:pt x="5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73" name="Freeform 82">
                <a:extLst>
                  <a:ext uri="{FF2B5EF4-FFF2-40B4-BE49-F238E27FC236}">
                    <a16:creationId xmlns:a16="http://schemas.microsoft.com/office/drawing/2014/main" id="{931B0415-9D2F-42BB-A1C8-4E19C1C061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1" y="689"/>
                <a:ext cx="89" cy="17"/>
              </a:xfrm>
              <a:custGeom>
                <a:avLst/>
                <a:gdLst>
                  <a:gd name="T0" fmla="*/ 54 w 60"/>
                  <a:gd name="T1" fmla="*/ 12 h 12"/>
                  <a:gd name="T2" fmla="*/ 6 w 60"/>
                  <a:gd name="T3" fmla="*/ 12 h 12"/>
                  <a:gd name="T4" fmla="*/ 0 w 60"/>
                  <a:gd name="T5" fmla="*/ 6 h 12"/>
                  <a:gd name="T6" fmla="*/ 6 w 60"/>
                  <a:gd name="T7" fmla="*/ 0 h 12"/>
                  <a:gd name="T8" fmla="*/ 54 w 60"/>
                  <a:gd name="T9" fmla="*/ 0 h 12"/>
                  <a:gd name="T10" fmla="*/ 60 w 60"/>
                  <a:gd name="T11" fmla="*/ 6 h 12"/>
                  <a:gd name="T12" fmla="*/ 54 w 6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" h="12">
                    <a:moveTo>
                      <a:pt x="5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8" y="0"/>
                      <a:pt x="60" y="3"/>
                      <a:pt x="60" y="6"/>
                    </a:cubicBezTo>
                    <a:cubicBezTo>
                      <a:pt x="60" y="10"/>
                      <a:pt x="58" y="12"/>
                      <a:pt x="5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74" name="Freeform 83">
                <a:extLst>
                  <a:ext uri="{FF2B5EF4-FFF2-40B4-BE49-F238E27FC236}">
                    <a16:creationId xmlns:a16="http://schemas.microsoft.com/office/drawing/2014/main" id="{86173D43-39B7-4996-90AF-4C34E46877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1" y="760"/>
                <a:ext cx="89" cy="17"/>
              </a:xfrm>
              <a:custGeom>
                <a:avLst/>
                <a:gdLst>
                  <a:gd name="T0" fmla="*/ 54 w 60"/>
                  <a:gd name="T1" fmla="*/ 12 h 12"/>
                  <a:gd name="T2" fmla="*/ 6 w 60"/>
                  <a:gd name="T3" fmla="*/ 12 h 12"/>
                  <a:gd name="T4" fmla="*/ 0 w 60"/>
                  <a:gd name="T5" fmla="*/ 6 h 12"/>
                  <a:gd name="T6" fmla="*/ 6 w 60"/>
                  <a:gd name="T7" fmla="*/ 0 h 12"/>
                  <a:gd name="T8" fmla="*/ 54 w 60"/>
                  <a:gd name="T9" fmla="*/ 0 h 12"/>
                  <a:gd name="T10" fmla="*/ 60 w 60"/>
                  <a:gd name="T11" fmla="*/ 6 h 12"/>
                  <a:gd name="T12" fmla="*/ 54 w 6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" h="12">
                    <a:moveTo>
                      <a:pt x="5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8" y="0"/>
                      <a:pt x="60" y="3"/>
                      <a:pt x="60" y="6"/>
                    </a:cubicBezTo>
                    <a:cubicBezTo>
                      <a:pt x="60" y="10"/>
                      <a:pt x="58" y="12"/>
                      <a:pt x="5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75" name="Freeform 84">
                <a:extLst>
                  <a:ext uri="{FF2B5EF4-FFF2-40B4-BE49-F238E27FC236}">
                    <a16:creationId xmlns:a16="http://schemas.microsoft.com/office/drawing/2014/main" id="{6DEF8659-436B-4D63-8C04-4FD3F4F7CA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4" y="582"/>
                <a:ext cx="91" cy="62"/>
              </a:xfrm>
              <a:custGeom>
                <a:avLst/>
                <a:gdLst>
                  <a:gd name="T0" fmla="*/ 24 w 61"/>
                  <a:gd name="T1" fmla="*/ 42 h 42"/>
                  <a:gd name="T2" fmla="*/ 20 w 61"/>
                  <a:gd name="T3" fmla="*/ 41 h 42"/>
                  <a:gd name="T4" fmla="*/ 2 w 61"/>
                  <a:gd name="T5" fmla="*/ 23 h 42"/>
                  <a:gd name="T6" fmla="*/ 2 w 61"/>
                  <a:gd name="T7" fmla="*/ 14 h 42"/>
                  <a:gd name="T8" fmla="*/ 10 w 61"/>
                  <a:gd name="T9" fmla="*/ 14 h 42"/>
                  <a:gd name="T10" fmla="*/ 24 w 61"/>
                  <a:gd name="T11" fmla="*/ 28 h 42"/>
                  <a:gd name="T12" fmla="*/ 50 w 61"/>
                  <a:gd name="T13" fmla="*/ 2 h 42"/>
                  <a:gd name="T14" fmla="*/ 58 w 61"/>
                  <a:gd name="T15" fmla="*/ 2 h 42"/>
                  <a:gd name="T16" fmla="*/ 58 w 61"/>
                  <a:gd name="T17" fmla="*/ 11 h 42"/>
                  <a:gd name="T18" fmla="*/ 28 w 61"/>
                  <a:gd name="T19" fmla="*/ 41 h 42"/>
                  <a:gd name="T20" fmla="*/ 24 w 61"/>
                  <a:gd name="T21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" h="42">
                    <a:moveTo>
                      <a:pt x="24" y="42"/>
                    </a:moveTo>
                    <a:cubicBezTo>
                      <a:pt x="23" y="42"/>
                      <a:pt x="21" y="42"/>
                      <a:pt x="20" y="41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0" y="20"/>
                      <a:pt x="0" y="17"/>
                      <a:pt x="2" y="14"/>
                    </a:cubicBezTo>
                    <a:cubicBezTo>
                      <a:pt x="4" y="12"/>
                      <a:pt x="8" y="12"/>
                      <a:pt x="10" y="14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61" y="5"/>
                      <a:pt x="61" y="8"/>
                      <a:pt x="58" y="1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7" y="42"/>
                      <a:pt x="26" y="42"/>
                      <a:pt x="24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76" name="Freeform 85">
                <a:extLst>
                  <a:ext uri="{FF2B5EF4-FFF2-40B4-BE49-F238E27FC236}">
                    <a16:creationId xmlns:a16="http://schemas.microsoft.com/office/drawing/2014/main" id="{FB3CC45F-92C2-43E0-8FFF-963CFECA38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4" y="653"/>
                <a:ext cx="91" cy="62"/>
              </a:xfrm>
              <a:custGeom>
                <a:avLst/>
                <a:gdLst>
                  <a:gd name="T0" fmla="*/ 24 w 61"/>
                  <a:gd name="T1" fmla="*/ 42 h 42"/>
                  <a:gd name="T2" fmla="*/ 20 w 61"/>
                  <a:gd name="T3" fmla="*/ 41 h 42"/>
                  <a:gd name="T4" fmla="*/ 2 w 61"/>
                  <a:gd name="T5" fmla="*/ 23 h 42"/>
                  <a:gd name="T6" fmla="*/ 2 w 61"/>
                  <a:gd name="T7" fmla="*/ 14 h 42"/>
                  <a:gd name="T8" fmla="*/ 10 w 61"/>
                  <a:gd name="T9" fmla="*/ 14 h 42"/>
                  <a:gd name="T10" fmla="*/ 24 w 61"/>
                  <a:gd name="T11" fmla="*/ 28 h 42"/>
                  <a:gd name="T12" fmla="*/ 50 w 61"/>
                  <a:gd name="T13" fmla="*/ 2 h 42"/>
                  <a:gd name="T14" fmla="*/ 58 w 61"/>
                  <a:gd name="T15" fmla="*/ 2 h 42"/>
                  <a:gd name="T16" fmla="*/ 58 w 61"/>
                  <a:gd name="T17" fmla="*/ 11 h 42"/>
                  <a:gd name="T18" fmla="*/ 28 w 61"/>
                  <a:gd name="T19" fmla="*/ 41 h 42"/>
                  <a:gd name="T20" fmla="*/ 24 w 61"/>
                  <a:gd name="T21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" h="42">
                    <a:moveTo>
                      <a:pt x="24" y="42"/>
                    </a:moveTo>
                    <a:cubicBezTo>
                      <a:pt x="23" y="42"/>
                      <a:pt x="21" y="42"/>
                      <a:pt x="20" y="41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0" y="20"/>
                      <a:pt x="0" y="17"/>
                      <a:pt x="2" y="14"/>
                    </a:cubicBezTo>
                    <a:cubicBezTo>
                      <a:pt x="4" y="12"/>
                      <a:pt x="8" y="12"/>
                      <a:pt x="10" y="14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61" y="5"/>
                      <a:pt x="61" y="8"/>
                      <a:pt x="58" y="1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7" y="42"/>
                      <a:pt x="26" y="42"/>
                      <a:pt x="24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77" name="Freeform 86">
                <a:extLst>
                  <a:ext uri="{FF2B5EF4-FFF2-40B4-BE49-F238E27FC236}">
                    <a16:creationId xmlns:a16="http://schemas.microsoft.com/office/drawing/2014/main" id="{DED43D06-F4FE-4D8B-AA4D-C717626564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4" y="724"/>
                <a:ext cx="91" cy="62"/>
              </a:xfrm>
              <a:custGeom>
                <a:avLst/>
                <a:gdLst>
                  <a:gd name="T0" fmla="*/ 24 w 61"/>
                  <a:gd name="T1" fmla="*/ 42 h 42"/>
                  <a:gd name="T2" fmla="*/ 20 w 61"/>
                  <a:gd name="T3" fmla="*/ 41 h 42"/>
                  <a:gd name="T4" fmla="*/ 2 w 61"/>
                  <a:gd name="T5" fmla="*/ 23 h 42"/>
                  <a:gd name="T6" fmla="*/ 2 w 61"/>
                  <a:gd name="T7" fmla="*/ 14 h 42"/>
                  <a:gd name="T8" fmla="*/ 10 w 61"/>
                  <a:gd name="T9" fmla="*/ 14 h 42"/>
                  <a:gd name="T10" fmla="*/ 24 w 61"/>
                  <a:gd name="T11" fmla="*/ 28 h 42"/>
                  <a:gd name="T12" fmla="*/ 50 w 61"/>
                  <a:gd name="T13" fmla="*/ 2 h 42"/>
                  <a:gd name="T14" fmla="*/ 58 w 61"/>
                  <a:gd name="T15" fmla="*/ 2 h 42"/>
                  <a:gd name="T16" fmla="*/ 58 w 61"/>
                  <a:gd name="T17" fmla="*/ 11 h 42"/>
                  <a:gd name="T18" fmla="*/ 28 w 61"/>
                  <a:gd name="T19" fmla="*/ 41 h 42"/>
                  <a:gd name="T20" fmla="*/ 24 w 61"/>
                  <a:gd name="T21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" h="42">
                    <a:moveTo>
                      <a:pt x="24" y="42"/>
                    </a:moveTo>
                    <a:cubicBezTo>
                      <a:pt x="23" y="42"/>
                      <a:pt x="21" y="42"/>
                      <a:pt x="20" y="41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0" y="20"/>
                      <a:pt x="0" y="17"/>
                      <a:pt x="2" y="14"/>
                    </a:cubicBezTo>
                    <a:cubicBezTo>
                      <a:pt x="4" y="12"/>
                      <a:pt x="8" y="12"/>
                      <a:pt x="10" y="14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61" y="5"/>
                      <a:pt x="61" y="8"/>
                      <a:pt x="58" y="1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7" y="42"/>
                      <a:pt x="26" y="42"/>
                      <a:pt x="24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BBE7913-9232-42A0-A120-E77BF145F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734088" y="1577830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90" name="Group 289" descr="Target">
              <a:extLst>
                <a:ext uri="{FF2B5EF4-FFF2-40B4-BE49-F238E27FC236}">
                  <a16:creationId xmlns:a16="http://schemas.microsoft.com/office/drawing/2014/main" id="{EB7E5166-6D61-41BF-BEA2-D3D4B4FB3848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/>
            <p:nvPr/>
          </p:nvGrpSpPr>
          <p:grpSpPr>
            <a:xfrm>
              <a:off x="7132640" y="1933803"/>
              <a:ext cx="491102" cy="492306"/>
              <a:chOff x="7132640" y="1933803"/>
              <a:chExt cx="491102" cy="492306"/>
            </a:xfrm>
          </p:grpSpPr>
          <p:sp>
            <p:nvSpPr>
              <p:cNvPr id="264" name="Freeform 10">
                <a:extLst>
                  <a:ext uri="{FF2B5EF4-FFF2-40B4-BE49-F238E27FC236}">
                    <a16:creationId xmlns:a16="http://schemas.microsoft.com/office/drawing/2014/main" id="{745F8B78-5279-4EA6-B52B-307547A02E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73565" y="1974729"/>
                <a:ext cx="409252" cy="410456"/>
              </a:xfrm>
              <a:custGeom>
                <a:avLst/>
                <a:gdLst>
                  <a:gd name="T0" fmla="*/ 115 w 230"/>
                  <a:gd name="T1" fmla="*/ 230 h 230"/>
                  <a:gd name="T2" fmla="*/ 0 w 230"/>
                  <a:gd name="T3" fmla="*/ 115 h 230"/>
                  <a:gd name="T4" fmla="*/ 115 w 230"/>
                  <a:gd name="T5" fmla="*/ 0 h 230"/>
                  <a:gd name="T6" fmla="*/ 230 w 230"/>
                  <a:gd name="T7" fmla="*/ 115 h 230"/>
                  <a:gd name="T8" fmla="*/ 115 w 230"/>
                  <a:gd name="T9" fmla="*/ 230 h 230"/>
                  <a:gd name="T10" fmla="*/ 115 w 230"/>
                  <a:gd name="T11" fmla="*/ 12 h 230"/>
                  <a:gd name="T12" fmla="*/ 12 w 230"/>
                  <a:gd name="T13" fmla="*/ 115 h 230"/>
                  <a:gd name="T14" fmla="*/ 115 w 230"/>
                  <a:gd name="T15" fmla="*/ 218 h 230"/>
                  <a:gd name="T16" fmla="*/ 218 w 230"/>
                  <a:gd name="T17" fmla="*/ 115 h 230"/>
                  <a:gd name="T18" fmla="*/ 115 w 230"/>
                  <a:gd name="T19" fmla="*/ 12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0" h="230">
                    <a:moveTo>
                      <a:pt x="115" y="230"/>
                    </a:moveTo>
                    <a:cubicBezTo>
                      <a:pt x="52" y="230"/>
                      <a:pt x="0" y="178"/>
                      <a:pt x="0" y="115"/>
                    </a:cubicBezTo>
                    <a:cubicBezTo>
                      <a:pt x="0" y="51"/>
                      <a:pt x="52" y="0"/>
                      <a:pt x="115" y="0"/>
                    </a:cubicBezTo>
                    <a:cubicBezTo>
                      <a:pt x="179" y="0"/>
                      <a:pt x="230" y="51"/>
                      <a:pt x="230" y="115"/>
                    </a:cubicBezTo>
                    <a:cubicBezTo>
                      <a:pt x="230" y="178"/>
                      <a:pt x="179" y="230"/>
                      <a:pt x="115" y="230"/>
                    </a:cubicBezTo>
                    <a:close/>
                    <a:moveTo>
                      <a:pt x="115" y="12"/>
                    </a:moveTo>
                    <a:cubicBezTo>
                      <a:pt x="59" y="12"/>
                      <a:pt x="12" y="58"/>
                      <a:pt x="12" y="115"/>
                    </a:cubicBezTo>
                    <a:cubicBezTo>
                      <a:pt x="12" y="172"/>
                      <a:pt x="59" y="218"/>
                      <a:pt x="115" y="218"/>
                    </a:cubicBezTo>
                    <a:cubicBezTo>
                      <a:pt x="172" y="218"/>
                      <a:pt x="218" y="172"/>
                      <a:pt x="218" y="115"/>
                    </a:cubicBezTo>
                    <a:cubicBezTo>
                      <a:pt x="218" y="58"/>
                      <a:pt x="172" y="12"/>
                      <a:pt x="115" y="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65" name="Freeform 11">
                <a:extLst>
                  <a:ext uri="{FF2B5EF4-FFF2-40B4-BE49-F238E27FC236}">
                    <a16:creationId xmlns:a16="http://schemas.microsoft.com/office/drawing/2014/main" id="{D6292400-9349-456C-A6EC-4E4B36565C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77082" y="2077042"/>
                <a:ext cx="204626" cy="204626"/>
              </a:xfrm>
              <a:custGeom>
                <a:avLst/>
                <a:gdLst>
                  <a:gd name="T0" fmla="*/ 57 w 115"/>
                  <a:gd name="T1" fmla="*/ 115 h 115"/>
                  <a:gd name="T2" fmla="*/ 0 w 115"/>
                  <a:gd name="T3" fmla="*/ 58 h 115"/>
                  <a:gd name="T4" fmla="*/ 57 w 115"/>
                  <a:gd name="T5" fmla="*/ 0 h 115"/>
                  <a:gd name="T6" fmla="*/ 115 w 115"/>
                  <a:gd name="T7" fmla="*/ 58 h 115"/>
                  <a:gd name="T8" fmla="*/ 57 w 115"/>
                  <a:gd name="T9" fmla="*/ 115 h 115"/>
                  <a:gd name="T10" fmla="*/ 57 w 115"/>
                  <a:gd name="T11" fmla="*/ 12 h 115"/>
                  <a:gd name="T12" fmla="*/ 12 w 115"/>
                  <a:gd name="T13" fmla="*/ 58 h 115"/>
                  <a:gd name="T14" fmla="*/ 57 w 115"/>
                  <a:gd name="T15" fmla="*/ 103 h 115"/>
                  <a:gd name="T16" fmla="*/ 103 w 115"/>
                  <a:gd name="T17" fmla="*/ 58 h 115"/>
                  <a:gd name="T18" fmla="*/ 57 w 115"/>
                  <a:gd name="T19" fmla="*/ 12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5" h="115">
                    <a:moveTo>
                      <a:pt x="57" y="115"/>
                    </a:moveTo>
                    <a:cubicBezTo>
                      <a:pt x="26" y="115"/>
                      <a:pt x="0" y="90"/>
                      <a:pt x="0" y="58"/>
                    </a:cubicBezTo>
                    <a:cubicBezTo>
                      <a:pt x="0" y="26"/>
                      <a:pt x="26" y="0"/>
                      <a:pt x="57" y="0"/>
                    </a:cubicBezTo>
                    <a:cubicBezTo>
                      <a:pt x="89" y="0"/>
                      <a:pt x="115" y="26"/>
                      <a:pt x="115" y="58"/>
                    </a:cubicBezTo>
                    <a:cubicBezTo>
                      <a:pt x="115" y="90"/>
                      <a:pt x="89" y="115"/>
                      <a:pt x="57" y="115"/>
                    </a:cubicBezTo>
                    <a:close/>
                    <a:moveTo>
                      <a:pt x="57" y="12"/>
                    </a:moveTo>
                    <a:cubicBezTo>
                      <a:pt x="32" y="12"/>
                      <a:pt x="12" y="33"/>
                      <a:pt x="12" y="58"/>
                    </a:cubicBezTo>
                    <a:cubicBezTo>
                      <a:pt x="12" y="83"/>
                      <a:pt x="32" y="103"/>
                      <a:pt x="57" y="103"/>
                    </a:cubicBezTo>
                    <a:cubicBezTo>
                      <a:pt x="83" y="103"/>
                      <a:pt x="103" y="83"/>
                      <a:pt x="103" y="58"/>
                    </a:cubicBezTo>
                    <a:cubicBezTo>
                      <a:pt x="103" y="33"/>
                      <a:pt x="83" y="12"/>
                      <a:pt x="57" y="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952ED070-EF81-4843-B3B3-855EF9818A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2640" y="1933803"/>
                <a:ext cx="491102" cy="492306"/>
              </a:xfrm>
              <a:custGeom>
                <a:avLst/>
                <a:gdLst>
                  <a:gd name="connsiteX0" fmla="*/ 245551 w 491102"/>
                  <a:gd name="connsiteY0" fmla="*/ 0 h 492306"/>
                  <a:gd name="connsiteX1" fmla="*/ 256384 w 491102"/>
                  <a:gd name="connsiteY1" fmla="*/ 10702 h 492306"/>
                  <a:gd name="connsiteX2" fmla="*/ 256384 w 491102"/>
                  <a:gd name="connsiteY2" fmla="*/ 229023 h 492306"/>
                  <a:gd name="connsiteX3" fmla="*/ 256384 w 491102"/>
                  <a:gd name="connsiteY3" fmla="*/ 235922 h 492306"/>
                  <a:gd name="connsiteX4" fmla="*/ 282250 w 491102"/>
                  <a:gd name="connsiteY4" fmla="*/ 235922 h 492306"/>
                  <a:gd name="connsiteX5" fmla="*/ 480426 w 491102"/>
                  <a:gd name="connsiteY5" fmla="*/ 235922 h 492306"/>
                  <a:gd name="connsiteX6" fmla="*/ 491102 w 491102"/>
                  <a:gd name="connsiteY6" fmla="*/ 246154 h 492306"/>
                  <a:gd name="connsiteX7" fmla="*/ 480426 w 491102"/>
                  <a:gd name="connsiteY7" fmla="*/ 256385 h 492306"/>
                  <a:gd name="connsiteX8" fmla="*/ 262639 w 491102"/>
                  <a:gd name="connsiteY8" fmla="*/ 256385 h 492306"/>
                  <a:gd name="connsiteX9" fmla="*/ 256384 w 491102"/>
                  <a:gd name="connsiteY9" fmla="*/ 256385 h 492306"/>
                  <a:gd name="connsiteX10" fmla="*/ 256384 w 491102"/>
                  <a:gd name="connsiteY10" fmla="*/ 282942 h 492306"/>
                  <a:gd name="connsiteX11" fmla="*/ 256384 w 491102"/>
                  <a:gd name="connsiteY11" fmla="*/ 481604 h 492306"/>
                  <a:gd name="connsiteX12" fmla="*/ 245551 w 491102"/>
                  <a:gd name="connsiteY12" fmla="*/ 492306 h 492306"/>
                  <a:gd name="connsiteX13" fmla="*/ 234718 w 491102"/>
                  <a:gd name="connsiteY13" fmla="*/ 481604 h 492306"/>
                  <a:gd name="connsiteX14" fmla="*/ 234718 w 491102"/>
                  <a:gd name="connsiteY14" fmla="*/ 263283 h 492306"/>
                  <a:gd name="connsiteX15" fmla="*/ 234718 w 491102"/>
                  <a:gd name="connsiteY15" fmla="*/ 256385 h 492306"/>
                  <a:gd name="connsiteX16" fmla="*/ 208852 w 491102"/>
                  <a:gd name="connsiteY16" fmla="*/ 256385 h 492306"/>
                  <a:gd name="connsiteX17" fmla="*/ 10676 w 491102"/>
                  <a:gd name="connsiteY17" fmla="*/ 256385 h 492306"/>
                  <a:gd name="connsiteX18" fmla="*/ 0 w 491102"/>
                  <a:gd name="connsiteY18" fmla="*/ 246154 h 492306"/>
                  <a:gd name="connsiteX19" fmla="*/ 10676 w 491102"/>
                  <a:gd name="connsiteY19" fmla="*/ 235922 h 492306"/>
                  <a:gd name="connsiteX20" fmla="*/ 228463 w 491102"/>
                  <a:gd name="connsiteY20" fmla="*/ 235922 h 492306"/>
                  <a:gd name="connsiteX21" fmla="*/ 234718 w 491102"/>
                  <a:gd name="connsiteY21" fmla="*/ 235922 h 492306"/>
                  <a:gd name="connsiteX22" fmla="*/ 234718 w 491102"/>
                  <a:gd name="connsiteY22" fmla="*/ 209364 h 492306"/>
                  <a:gd name="connsiteX23" fmla="*/ 234718 w 491102"/>
                  <a:gd name="connsiteY23" fmla="*/ 10702 h 492306"/>
                  <a:gd name="connsiteX24" fmla="*/ 245551 w 491102"/>
                  <a:gd name="connsiteY24" fmla="*/ 0 h 492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91102" h="492306">
                    <a:moveTo>
                      <a:pt x="245551" y="0"/>
                    </a:moveTo>
                    <a:cubicBezTo>
                      <a:pt x="252773" y="0"/>
                      <a:pt x="256384" y="5351"/>
                      <a:pt x="256384" y="10702"/>
                    </a:cubicBezTo>
                    <a:cubicBezTo>
                      <a:pt x="256384" y="98996"/>
                      <a:pt x="256384" y="170735"/>
                      <a:pt x="256384" y="229023"/>
                    </a:cubicBezTo>
                    <a:lnTo>
                      <a:pt x="256384" y="235922"/>
                    </a:lnTo>
                    <a:lnTo>
                      <a:pt x="282250" y="235922"/>
                    </a:lnTo>
                    <a:cubicBezTo>
                      <a:pt x="480426" y="235922"/>
                      <a:pt x="480426" y="235922"/>
                      <a:pt x="480426" y="235922"/>
                    </a:cubicBezTo>
                    <a:cubicBezTo>
                      <a:pt x="487544" y="235922"/>
                      <a:pt x="491102" y="241038"/>
                      <a:pt x="491102" y="246154"/>
                    </a:cubicBezTo>
                    <a:cubicBezTo>
                      <a:pt x="491102" y="251269"/>
                      <a:pt x="487544" y="256385"/>
                      <a:pt x="480426" y="256385"/>
                    </a:cubicBezTo>
                    <a:cubicBezTo>
                      <a:pt x="392348" y="256385"/>
                      <a:pt x="320785" y="256385"/>
                      <a:pt x="262639" y="256385"/>
                    </a:cubicBezTo>
                    <a:lnTo>
                      <a:pt x="256384" y="256385"/>
                    </a:lnTo>
                    <a:lnTo>
                      <a:pt x="256384" y="282942"/>
                    </a:lnTo>
                    <a:cubicBezTo>
                      <a:pt x="256384" y="481604"/>
                      <a:pt x="256384" y="481604"/>
                      <a:pt x="256384" y="481604"/>
                    </a:cubicBezTo>
                    <a:cubicBezTo>
                      <a:pt x="256384" y="486955"/>
                      <a:pt x="252773" y="492306"/>
                      <a:pt x="245551" y="492306"/>
                    </a:cubicBezTo>
                    <a:cubicBezTo>
                      <a:pt x="240135" y="492306"/>
                      <a:pt x="234718" y="486955"/>
                      <a:pt x="234718" y="481604"/>
                    </a:cubicBezTo>
                    <a:cubicBezTo>
                      <a:pt x="234718" y="393310"/>
                      <a:pt x="234718" y="321571"/>
                      <a:pt x="234718" y="263283"/>
                    </a:cubicBezTo>
                    <a:lnTo>
                      <a:pt x="234718" y="256385"/>
                    </a:lnTo>
                    <a:lnTo>
                      <a:pt x="208852" y="256385"/>
                    </a:lnTo>
                    <a:cubicBezTo>
                      <a:pt x="10676" y="256385"/>
                      <a:pt x="10676" y="256385"/>
                      <a:pt x="10676" y="256385"/>
                    </a:cubicBezTo>
                    <a:cubicBezTo>
                      <a:pt x="5338" y="256385"/>
                      <a:pt x="0" y="251269"/>
                      <a:pt x="0" y="246154"/>
                    </a:cubicBezTo>
                    <a:cubicBezTo>
                      <a:pt x="0" y="241038"/>
                      <a:pt x="5338" y="235922"/>
                      <a:pt x="10676" y="235922"/>
                    </a:cubicBezTo>
                    <a:cubicBezTo>
                      <a:pt x="98754" y="235922"/>
                      <a:pt x="170318" y="235922"/>
                      <a:pt x="228463" y="235922"/>
                    </a:cubicBezTo>
                    <a:lnTo>
                      <a:pt x="234718" y="235922"/>
                    </a:lnTo>
                    <a:lnTo>
                      <a:pt x="234718" y="209364"/>
                    </a:lnTo>
                    <a:cubicBezTo>
                      <a:pt x="234718" y="10702"/>
                      <a:pt x="234718" y="10702"/>
                      <a:pt x="234718" y="10702"/>
                    </a:cubicBezTo>
                    <a:cubicBezTo>
                      <a:pt x="234718" y="5351"/>
                      <a:pt x="240135" y="0"/>
                      <a:pt x="2455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AU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B7CB665-E226-4C1B-89EF-D65C7B7EA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004706" y="1577830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91" name="Group 290" descr="Globe with Pin Location">
              <a:extLst>
                <a:ext uri="{FF2B5EF4-FFF2-40B4-BE49-F238E27FC236}">
                  <a16:creationId xmlns:a16="http://schemas.microsoft.com/office/drawing/2014/main" id="{C517B6D1-E763-4A10-9D10-8D4588ED5C23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/>
            <p:nvPr/>
          </p:nvGrpSpPr>
          <p:grpSpPr>
            <a:xfrm>
              <a:off x="8400111" y="1923077"/>
              <a:ext cx="513762" cy="513760"/>
              <a:chOff x="8400111" y="1923077"/>
              <a:chExt cx="513762" cy="513760"/>
            </a:xfrm>
          </p:grpSpPr>
          <p:sp>
            <p:nvSpPr>
              <p:cNvPr id="283" name="Freeform 57">
                <a:extLst>
                  <a:ext uri="{FF2B5EF4-FFF2-40B4-BE49-F238E27FC236}">
                    <a16:creationId xmlns:a16="http://schemas.microsoft.com/office/drawing/2014/main" id="{831A0BA2-A43B-4D83-9E89-EAA7672711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0111" y="1923077"/>
                <a:ext cx="513762" cy="513760"/>
              </a:xfrm>
              <a:custGeom>
                <a:avLst/>
                <a:gdLst>
                  <a:gd name="T0" fmla="*/ 144 w 288"/>
                  <a:gd name="T1" fmla="*/ 288 h 288"/>
                  <a:gd name="T2" fmla="*/ 0 w 288"/>
                  <a:gd name="T3" fmla="*/ 144 h 288"/>
                  <a:gd name="T4" fmla="*/ 144 w 288"/>
                  <a:gd name="T5" fmla="*/ 0 h 288"/>
                  <a:gd name="T6" fmla="*/ 288 w 288"/>
                  <a:gd name="T7" fmla="*/ 144 h 288"/>
                  <a:gd name="T8" fmla="*/ 282 w 288"/>
                  <a:gd name="T9" fmla="*/ 150 h 288"/>
                  <a:gd name="T10" fmla="*/ 276 w 288"/>
                  <a:gd name="T11" fmla="*/ 144 h 288"/>
                  <a:gd name="T12" fmla="*/ 144 w 288"/>
                  <a:gd name="T13" fmla="*/ 12 h 288"/>
                  <a:gd name="T14" fmla="*/ 12 w 288"/>
                  <a:gd name="T15" fmla="*/ 144 h 288"/>
                  <a:gd name="T16" fmla="*/ 144 w 288"/>
                  <a:gd name="T17" fmla="*/ 276 h 288"/>
                  <a:gd name="T18" fmla="*/ 190 w 288"/>
                  <a:gd name="T19" fmla="*/ 268 h 288"/>
                  <a:gd name="T20" fmla="*/ 198 w 288"/>
                  <a:gd name="T21" fmla="*/ 272 h 288"/>
                  <a:gd name="T22" fmla="*/ 194 w 288"/>
                  <a:gd name="T23" fmla="*/ 280 h 288"/>
                  <a:gd name="T24" fmla="*/ 144 w 288"/>
                  <a:gd name="T25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88">
                    <a:moveTo>
                      <a:pt x="144" y="288"/>
                    </a:moveTo>
                    <a:cubicBezTo>
                      <a:pt x="65" y="288"/>
                      <a:pt x="0" y="224"/>
                      <a:pt x="0" y="144"/>
                    </a:cubicBezTo>
                    <a:cubicBezTo>
                      <a:pt x="0" y="65"/>
                      <a:pt x="65" y="0"/>
                      <a:pt x="144" y="0"/>
                    </a:cubicBezTo>
                    <a:cubicBezTo>
                      <a:pt x="224" y="0"/>
                      <a:pt x="288" y="65"/>
                      <a:pt x="288" y="144"/>
                    </a:cubicBezTo>
                    <a:cubicBezTo>
                      <a:pt x="288" y="148"/>
                      <a:pt x="286" y="150"/>
                      <a:pt x="282" y="150"/>
                    </a:cubicBezTo>
                    <a:cubicBezTo>
                      <a:pt x="279" y="150"/>
                      <a:pt x="276" y="148"/>
                      <a:pt x="276" y="144"/>
                    </a:cubicBezTo>
                    <a:cubicBezTo>
                      <a:pt x="276" y="71"/>
                      <a:pt x="217" y="12"/>
                      <a:pt x="144" y="12"/>
                    </a:cubicBezTo>
                    <a:cubicBezTo>
                      <a:pt x="72" y="12"/>
                      <a:pt x="12" y="71"/>
                      <a:pt x="12" y="144"/>
                    </a:cubicBezTo>
                    <a:cubicBezTo>
                      <a:pt x="12" y="217"/>
                      <a:pt x="72" y="276"/>
                      <a:pt x="144" y="276"/>
                    </a:cubicBezTo>
                    <a:cubicBezTo>
                      <a:pt x="160" y="276"/>
                      <a:pt x="175" y="274"/>
                      <a:pt x="190" y="268"/>
                    </a:cubicBezTo>
                    <a:cubicBezTo>
                      <a:pt x="193" y="267"/>
                      <a:pt x="196" y="269"/>
                      <a:pt x="198" y="272"/>
                    </a:cubicBezTo>
                    <a:cubicBezTo>
                      <a:pt x="199" y="275"/>
                      <a:pt x="197" y="278"/>
                      <a:pt x="194" y="280"/>
                    </a:cubicBezTo>
                    <a:cubicBezTo>
                      <a:pt x="178" y="285"/>
                      <a:pt x="161" y="288"/>
                      <a:pt x="144" y="2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AU" dirty="0"/>
              </a:p>
            </p:txBody>
          </p:sp>
          <p:sp>
            <p:nvSpPr>
              <p:cNvPr id="284" name="Freeform 58">
                <a:extLst>
                  <a:ext uri="{FF2B5EF4-FFF2-40B4-BE49-F238E27FC236}">
                    <a16:creationId xmlns:a16="http://schemas.microsoft.com/office/drawing/2014/main" id="{EA814851-82A9-42A9-A7F3-66036C8A68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20911" y="2179957"/>
                <a:ext cx="192962" cy="256880"/>
              </a:xfrm>
              <a:custGeom>
                <a:avLst/>
                <a:gdLst>
                  <a:gd name="T0" fmla="*/ 54 w 108"/>
                  <a:gd name="T1" fmla="*/ 144 h 144"/>
                  <a:gd name="T2" fmla="*/ 50 w 108"/>
                  <a:gd name="T3" fmla="*/ 142 h 144"/>
                  <a:gd name="T4" fmla="*/ 0 w 108"/>
                  <a:gd name="T5" fmla="*/ 54 h 144"/>
                  <a:gd name="T6" fmla="*/ 54 w 108"/>
                  <a:gd name="T7" fmla="*/ 0 h 144"/>
                  <a:gd name="T8" fmla="*/ 108 w 108"/>
                  <a:gd name="T9" fmla="*/ 54 h 144"/>
                  <a:gd name="T10" fmla="*/ 59 w 108"/>
                  <a:gd name="T11" fmla="*/ 142 h 144"/>
                  <a:gd name="T12" fmla="*/ 54 w 108"/>
                  <a:gd name="T13" fmla="*/ 144 h 144"/>
                  <a:gd name="T14" fmla="*/ 54 w 108"/>
                  <a:gd name="T15" fmla="*/ 12 h 144"/>
                  <a:gd name="T16" fmla="*/ 12 w 108"/>
                  <a:gd name="T17" fmla="*/ 54 h 144"/>
                  <a:gd name="T18" fmla="*/ 54 w 108"/>
                  <a:gd name="T19" fmla="*/ 129 h 144"/>
                  <a:gd name="T20" fmla="*/ 96 w 108"/>
                  <a:gd name="T21" fmla="*/ 54 h 144"/>
                  <a:gd name="T22" fmla="*/ 54 w 108"/>
                  <a:gd name="T23" fmla="*/ 12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8" h="144">
                    <a:moveTo>
                      <a:pt x="54" y="144"/>
                    </a:moveTo>
                    <a:cubicBezTo>
                      <a:pt x="53" y="144"/>
                      <a:pt x="51" y="143"/>
                      <a:pt x="50" y="142"/>
                    </a:cubicBezTo>
                    <a:cubicBezTo>
                      <a:pt x="45" y="136"/>
                      <a:pt x="0" y="82"/>
                      <a:pt x="0" y="54"/>
                    </a:cubicBezTo>
                    <a:cubicBezTo>
                      <a:pt x="0" y="24"/>
                      <a:pt x="25" y="0"/>
                      <a:pt x="54" y="0"/>
                    </a:cubicBezTo>
                    <a:cubicBezTo>
                      <a:pt x="84" y="0"/>
                      <a:pt x="108" y="24"/>
                      <a:pt x="108" y="54"/>
                    </a:cubicBezTo>
                    <a:cubicBezTo>
                      <a:pt x="108" y="82"/>
                      <a:pt x="64" y="136"/>
                      <a:pt x="59" y="142"/>
                    </a:cubicBezTo>
                    <a:cubicBezTo>
                      <a:pt x="58" y="143"/>
                      <a:pt x="56" y="144"/>
                      <a:pt x="54" y="144"/>
                    </a:cubicBezTo>
                    <a:close/>
                    <a:moveTo>
                      <a:pt x="54" y="12"/>
                    </a:moveTo>
                    <a:cubicBezTo>
                      <a:pt x="31" y="12"/>
                      <a:pt x="12" y="31"/>
                      <a:pt x="12" y="54"/>
                    </a:cubicBezTo>
                    <a:cubicBezTo>
                      <a:pt x="12" y="72"/>
                      <a:pt x="40" y="110"/>
                      <a:pt x="54" y="129"/>
                    </a:cubicBezTo>
                    <a:cubicBezTo>
                      <a:pt x="69" y="110"/>
                      <a:pt x="96" y="72"/>
                      <a:pt x="96" y="54"/>
                    </a:cubicBezTo>
                    <a:cubicBezTo>
                      <a:pt x="96" y="31"/>
                      <a:pt x="78" y="12"/>
                      <a:pt x="54" y="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AU" dirty="0"/>
              </a:p>
            </p:txBody>
          </p:sp>
          <p:sp>
            <p:nvSpPr>
              <p:cNvPr id="285" name="Freeform 59">
                <a:extLst>
                  <a:ext uri="{FF2B5EF4-FFF2-40B4-BE49-F238E27FC236}">
                    <a16:creationId xmlns:a16="http://schemas.microsoft.com/office/drawing/2014/main" id="{5D81E6B3-761C-4234-98AE-8BE3B3DEAC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75181" y="2233021"/>
                <a:ext cx="85627" cy="85627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8" y="0"/>
                      <a:pt x="48" y="11"/>
                      <a:pt x="48" y="24"/>
                    </a:cubicBezTo>
                    <a:cubicBezTo>
                      <a:pt x="48" y="37"/>
                      <a:pt x="38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8" y="12"/>
                      <a:pt x="12" y="18"/>
                      <a:pt x="12" y="24"/>
                    </a:cubicBezTo>
                    <a:cubicBezTo>
                      <a:pt x="12" y="31"/>
                      <a:pt x="18" y="36"/>
                      <a:pt x="24" y="36"/>
                    </a:cubicBezTo>
                    <a:cubicBezTo>
                      <a:pt x="31" y="36"/>
                      <a:pt x="36" y="31"/>
                      <a:pt x="36" y="24"/>
                    </a:cubicBezTo>
                    <a:cubicBezTo>
                      <a:pt x="36" y="18"/>
                      <a:pt x="31" y="12"/>
                      <a:pt x="24" y="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AU" dirty="0"/>
              </a:p>
            </p:txBody>
          </p:sp>
          <p:sp>
            <p:nvSpPr>
              <p:cNvPr id="286" name="Freeform 60">
                <a:extLst>
                  <a:ext uri="{FF2B5EF4-FFF2-40B4-BE49-F238E27FC236}">
                    <a16:creationId xmlns:a16="http://schemas.microsoft.com/office/drawing/2014/main" id="{7A14C5F0-0E52-4936-B70A-D015A4CC61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5738" y="1931519"/>
                <a:ext cx="256881" cy="377481"/>
              </a:xfrm>
              <a:custGeom>
                <a:avLst/>
                <a:gdLst>
                  <a:gd name="T0" fmla="*/ 66 w 144"/>
                  <a:gd name="T1" fmla="*/ 211 h 211"/>
                  <a:gd name="T2" fmla="*/ 60 w 144"/>
                  <a:gd name="T3" fmla="*/ 205 h 211"/>
                  <a:gd name="T4" fmla="*/ 60 w 144"/>
                  <a:gd name="T5" fmla="*/ 178 h 211"/>
                  <a:gd name="T6" fmla="*/ 3 w 144"/>
                  <a:gd name="T7" fmla="*/ 132 h 211"/>
                  <a:gd name="T8" fmla="*/ 1 w 144"/>
                  <a:gd name="T9" fmla="*/ 124 h 211"/>
                  <a:gd name="T10" fmla="*/ 28 w 144"/>
                  <a:gd name="T11" fmla="*/ 82 h 211"/>
                  <a:gd name="T12" fmla="*/ 33 w 144"/>
                  <a:gd name="T13" fmla="*/ 79 h 211"/>
                  <a:gd name="T14" fmla="*/ 96 w 144"/>
                  <a:gd name="T15" fmla="*/ 79 h 211"/>
                  <a:gd name="T16" fmla="*/ 96 w 144"/>
                  <a:gd name="T17" fmla="*/ 52 h 211"/>
                  <a:gd name="T18" fmla="*/ 81 w 144"/>
                  <a:gd name="T19" fmla="*/ 42 h 211"/>
                  <a:gd name="T20" fmla="*/ 78 w 144"/>
                  <a:gd name="T21" fmla="*/ 37 h 211"/>
                  <a:gd name="T22" fmla="*/ 81 w 144"/>
                  <a:gd name="T23" fmla="*/ 32 h 211"/>
                  <a:gd name="T24" fmla="*/ 134 w 144"/>
                  <a:gd name="T25" fmla="*/ 2 h 211"/>
                  <a:gd name="T26" fmla="*/ 142 w 144"/>
                  <a:gd name="T27" fmla="*/ 4 h 211"/>
                  <a:gd name="T28" fmla="*/ 140 w 144"/>
                  <a:gd name="T29" fmla="*/ 12 h 211"/>
                  <a:gd name="T30" fmla="*/ 96 w 144"/>
                  <a:gd name="T31" fmla="*/ 38 h 211"/>
                  <a:gd name="T32" fmla="*/ 106 w 144"/>
                  <a:gd name="T33" fmla="*/ 44 h 211"/>
                  <a:gd name="T34" fmla="*/ 108 w 144"/>
                  <a:gd name="T35" fmla="*/ 49 h 211"/>
                  <a:gd name="T36" fmla="*/ 108 w 144"/>
                  <a:gd name="T37" fmla="*/ 85 h 211"/>
                  <a:gd name="T38" fmla="*/ 102 w 144"/>
                  <a:gd name="T39" fmla="*/ 91 h 211"/>
                  <a:gd name="T40" fmla="*/ 37 w 144"/>
                  <a:gd name="T41" fmla="*/ 91 h 211"/>
                  <a:gd name="T42" fmla="*/ 14 w 144"/>
                  <a:gd name="T43" fmla="*/ 126 h 211"/>
                  <a:gd name="T44" fmla="*/ 70 w 144"/>
                  <a:gd name="T45" fmla="*/ 171 h 211"/>
                  <a:gd name="T46" fmla="*/ 72 w 144"/>
                  <a:gd name="T47" fmla="*/ 175 h 211"/>
                  <a:gd name="T48" fmla="*/ 72 w 144"/>
                  <a:gd name="T49" fmla="*/ 205 h 211"/>
                  <a:gd name="T50" fmla="*/ 66 w 144"/>
                  <a:gd name="T51" fmla="*/ 211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44" h="211">
                    <a:moveTo>
                      <a:pt x="66" y="211"/>
                    </a:moveTo>
                    <a:cubicBezTo>
                      <a:pt x="63" y="211"/>
                      <a:pt x="60" y="209"/>
                      <a:pt x="60" y="205"/>
                    </a:cubicBezTo>
                    <a:cubicBezTo>
                      <a:pt x="60" y="178"/>
                      <a:pt x="60" y="178"/>
                      <a:pt x="60" y="178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0" y="130"/>
                      <a:pt x="0" y="127"/>
                      <a:pt x="1" y="124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30" y="80"/>
                      <a:pt x="31" y="79"/>
                      <a:pt x="33" y="79"/>
                    </a:cubicBezTo>
                    <a:cubicBezTo>
                      <a:pt x="96" y="79"/>
                      <a:pt x="96" y="79"/>
                      <a:pt x="96" y="79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81" y="42"/>
                      <a:pt x="81" y="42"/>
                      <a:pt x="81" y="42"/>
                    </a:cubicBezTo>
                    <a:cubicBezTo>
                      <a:pt x="79" y="41"/>
                      <a:pt x="78" y="39"/>
                      <a:pt x="78" y="37"/>
                    </a:cubicBezTo>
                    <a:cubicBezTo>
                      <a:pt x="79" y="35"/>
                      <a:pt x="80" y="33"/>
                      <a:pt x="81" y="32"/>
                    </a:cubicBezTo>
                    <a:cubicBezTo>
                      <a:pt x="134" y="2"/>
                      <a:pt x="134" y="2"/>
                      <a:pt x="134" y="2"/>
                    </a:cubicBezTo>
                    <a:cubicBezTo>
                      <a:pt x="137" y="0"/>
                      <a:pt x="140" y="1"/>
                      <a:pt x="142" y="4"/>
                    </a:cubicBezTo>
                    <a:cubicBezTo>
                      <a:pt x="144" y="7"/>
                      <a:pt x="143" y="11"/>
                      <a:pt x="140" y="12"/>
                    </a:cubicBezTo>
                    <a:cubicBezTo>
                      <a:pt x="96" y="38"/>
                      <a:pt x="96" y="38"/>
                      <a:pt x="96" y="38"/>
                    </a:cubicBezTo>
                    <a:cubicBezTo>
                      <a:pt x="106" y="44"/>
                      <a:pt x="106" y="44"/>
                      <a:pt x="106" y="44"/>
                    </a:cubicBezTo>
                    <a:cubicBezTo>
                      <a:pt x="107" y="45"/>
                      <a:pt x="108" y="47"/>
                      <a:pt x="108" y="49"/>
                    </a:cubicBezTo>
                    <a:cubicBezTo>
                      <a:pt x="108" y="85"/>
                      <a:pt x="108" y="85"/>
                      <a:pt x="108" y="85"/>
                    </a:cubicBezTo>
                    <a:cubicBezTo>
                      <a:pt x="108" y="89"/>
                      <a:pt x="106" y="91"/>
                      <a:pt x="102" y="91"/>
                    </a:cubicBezTo>
                    <a:cubicBezTo>
                      <a:pt x="37" y="91"/>
                      <a:pt x="37" y="91"/>
                      <a:pt x="37" y="91"/>
                    </a:cubicBezTo>
                    <a:cubicBezTo>
                      <a:pt x="14" y="126"/>
                      <a:pt x="14" y="126"/>
                      <a:pt x="14" y="126"/>
                    </a:cubicBezTo>
                    <a:cubicBezTo>
                      <a:pt x="70" y="171"/>
                      <a:pt x="70" y="171"/>
                      <a:pt x="70" y="171"/>
                    </a:cubicBezTo>
                    <a:cubicBezTo>
                      <a:pt x="72" y="172"/>
                      <a:pt x="72" y="173"/>
                      <a:pt x="72" y="175"/>
                    </a:cubicBezTo>
                    <a:cubicBezTo>
                      <a:pt x="72" y="205"/>
                      <a:pt x="72" y="205"/>
                      <a:pt x="72" y="205"/>
                    </a:cubicBezTo>
                    <a:cubicBezTo>
                      <a:pt x="72" y="209"/>
                      <a:pt x="70" y="211"/>
                      <a:pt x="66" y="21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AU" dirty="0"/>
              </a:p>
            </p:txBody>
          </p:sp>
          <p:sp>
            <p:nvSpPr>
              <p:cNvPr id="287" name="Freeform 61">
                <a:extLst>
                  <a:ext uri="{FF2B5EF4-FFF2-40B4-BE49-F238E27FC236}">
                    <a16:creationId xmlns:a16="http://schemas.microsoft.com/office/drawing/2014/main" id="{19CC4DD2-5F7C-44B4-97EF-1B0550D8CD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6087" y="2001468"/>
                <a:ext cx="135074" cy="130249"/>
              </a:xfrm>
              <a:custGeom>
                <a:avLst/>
                <a:gdLst>
                  <a:gd name="T0" fmla="*/ 6 w 76"/>
                  <a:gd name="T1" fmla="*/ 73 h 73"/>
                  <a:gd name="T2" fmla="*/ 2 w 76"/>
                  <a:gd name="T3" fmla="*/ 71 h 73"/>
                  <a:gd name="T4" fmla="*/ 2 w 76"/>
                  <a:gd name="T5" fmla="*/ 63 h 73"/>
                  <a:gd name="T6" fmla="*/ 23 w 76"/>
                  <a:gd name="T7" fmla="*/ 42 h 73"/>
                  <a:gd name="T8" fmla="*/ 27 w 76"/>
                  <a:gd name="T9" fmla="*/ 40 h 73"/>
                  <a:gd name="T10" fmla="*/ 45 w 76"/>
                  <a:gd name="T11" fmla="*/ 40 h 73"/>
                  <a:gd name="T12" fmla="*/ 64 w 76"/>
                  <a:gd name="T13" fmla="*/ 4 h 73"/>
                  <a:gd name="T14" fmla="*/ 72 w 76"/>
                  <a:gd name="T15" fmla="*/ 2 h 73"/>
                  <a:gd name="T16" fmla="*/ 75 w 76"/>
                  <a:gd name="T17" fmla="*/ 10 h 73"/>
                  <a:gd name="T18" fmla="*/ 54 w 76"/>
                  <a:gd name="T19" fmla="*/ 49 h 73"/>
                  <a:gd name="T20" fmla="*/ 48 w 76"/>
                  <a:gd name="T21" fmla="*/ 52 h 73"/>
                  <a:gd name="T22" fmla="*/ 30 w 76"/>
                  <a:gd name="T23" fmla="*/ 52 h 73"/>
                  <a:gd name="T24" fmla="*/ 11 w 76"/>
                  <a:gd name="T25" fmla="*/ 71 h 73"/>
                  <a:gd name="T26" fmla="*/ 6 w 76"/>
                  <a:gd name="T27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73">
                    <a:moveTo>
                      <a:pt x="6" y="73"/>
                    </a:moveTo>
                    <a:cubicBezTo>
                      <a:pt x="5" y="73"/>
                      <a:pt x="3" y="73"/>
                      <a:pt x="2" y="71"/>
                    </a:cubicBezTo>
                    <a:cubicBezTo>
                      <a:pt x="0" y="69"/>
                      <a:pt x="0" y="65"/>
                      <a:pt x="2" y="63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4" y="41"/>
                      <a:pt x="26" y="40"/>
                      <a:pt x="27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6" y="2"/>
                      <a:pt x="69" y="0"/>
                      <a:pt x="72" y="2"/>
                    </a:cubicBezTo>
                    <a:cubicBezTo>
                      <a:pt x="75" y="4"/>
                      <a:pt x="76" y="7"/>
                      <a:pt x="75" y="1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3" y="51"/>
                      <a:pt x="51" y="52"/>
                      <a:pt x="48" y="52"/>
                    </a:cubicBezTo>
                    <a:cubicBezTo>
                      <a:pt x="30" y="52"/>
                      <a:pt x="30" y="52"/>
                      <a:pt x="30" y="52"/>
                    </a:cubicBezTo>
                    <a:cubicBezTo>
                      <a:pt x="11" y="71"/>
                      <a:pt x="11" y="71"/>
                      <a:pt x="11" y="71"/>
                    </a:cubicBezTo>
                    <a:cubicBezTo>
                      <a:pt x="10" y="73"/>
                      <a:pt x="8" y="73"/>
                      <a:pt x="6" y="7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AU" dirty="0"/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95CBFBA-090C-4EDF-B7CF-B9A6AA431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272534" y="1577830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11" name="Group 265" descr="Globe">
              <a:extLst>
                <a:ext uri="{FF2B5EF4-FFF2-40B4-BE49-F238E27FC236}">
                  <a16:creationId xmlns:a16="http://schemas.microsoft.com/office/drawing/2014/main" id="{6B8F6C2F-862E-48DE-A0FD-31F3C3ED7232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86502" y="1940477"/>
              <a:ext cx="477838" cy="478960"/>
              <a:chOff x="4480" y="2998"/>
              <a:chExt cx="426" cy="427"/>
            </a:xfrm>
            <a:solidFill>
              <a:schemeClr val="accent1"/>
            </a:solidFill>
          </p:grpSpPr>
          <p:sp>
            <p:nvSpPr>
              <p:cNvPr id="212" name="Freeform 266">
                <a:extLst>
                  <a:ext uri="{FF2B5EF4-FFF2-40B4-BE49-F238E27FC236}">
                    <a16:creationId xmlns:a16="http://schemas.microsoft.com/office/drawing/2014/main" id="{0276BE96-E0B2-48B1-A9E1-154C5C461A5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80" y="2998"/>
                <a:ext cx="426" cy="427"/>
              </a:xfrm>
              <a:custGeom>
                <a:avLst/>
                <a:gdLst>
                  <a:gd name="T0" fmla="*/ 144 w 288"/>
                  <a:gd name="T1" fmla="*/ 288 h 288"/>
                  <a:gd name="T2" fmla="*/ 0 w 288"/>
                  <a:gd name="T3" fmla="*/ 141 h 288"/>
                  <a:gd name="T4" fmla="*/ 138 w 288"/>
                  <a:gd name="T5" fmla="*/ 0 h 288"/>
                  <a:gd name="T6" fmla="*/ 144 w 288"/>
                  <a:gd name="T7" fmla="*/ 0 h 288"/>
                  <a:gd name="T8" fmla="*/ 288 w 288"/>
                  <a:gd name="T9" fmla="*/ 143 h 288"/>
                  <a:gd name="T10" fmla="*/ 144 w 288"/>
                  <a:gd name="T11" fmla="*/ 288 h 288"/>
                  <a:gd name="T12" fmla="*/ 144 w 288"/>
                  <a:gd name="T13" fmla="*/ 12 h 288"/>
                  <a:gd name="T14" fmla="*/ 139 w 288"/>
                  <a:gd name="T15" fmla="*/ 12 h 288"/>
                  <a:gd name="T16" fmla="*/ 12 w 288"/>
                  <a:gd name="T17" fmla="*/ 141 h 288"/>
                  <a:gd name="T18" fmla="*/ 144 w 288"/>
                  <a:gd name="T19" fmla="*/ 276 h 288"/>
                  <a:gd name="T20" fmla="*/ 276 w 288"/>
                  <a:gd name="T21" fmla="*/ 143 h 288"/>
                  <a:gd name="T22" fmla="*/ 144 w 288"/>
                  <a:gd name="T23" fmla="*/ 12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88" h="288">
                    <a:moveTo>
                      <a:pt x="144" y="288"/>
                    </a:moveTo>
                    <a:cubicBezTo>
                      <a:pt x="65" y="288"/>
                      <a:pt x="0" y="222"/>
                      <a:pt x="0" y="141"/>
                    </a:cubicBezTo>
                    <a:cubicBezTo>
                      <a:pt x="0" y="64"/>
                      <a:pt x="60" y="3"/>
                      <a:pt x="138" y="0"/>
                    </a:cubicBezTo>
                    <a:cubicBezTo>
                      <a:pt x="140" y="0"/>
                      <a:pt x="142" y="0"/>
                      <a:pt x="144" y="0"/>
                    </a:cubicBezTo>
                    <a:cubicBezTo>
                      <a:pt x="224" y="0"/>
                      <a:pt x="288" y="64"/>
                      <a:pt x="288" y="143"/>
                    </a:cubicBezTo>
                    <a:cubicBezTo>
                      <a:pt x="288" y="223"/>
                      <a:pt x="224" y="288"/>
                      <a:pt x="144" y="288"/>
                    </a:cubicBezTo>
                    <a:close/>
                    <a:moveTo>
                      <a:pt x="144" y="12"/>
                    </a:moveTo>
                    <a:cubicBezTo>
                      <a:pt x="143" y="12"/>
                      <a:pt x="141" y="12"/>
                      <a:pt x="139" y="12"/>
                    </a:cubicBezTo>
                    <a:cubicBezTo>
                      <a:pt x="67" y="15"/>
                      <a:pt x="12" y="70"/>
                      <a:pt x="12" y="141"/>
                    </a:cubicBezTo>
                    <a:cubicBezTo>
                      <a:pt x="12" y="215"/>
                      <a:pt x="71" y="276"/>
                      <a:pt x="144" y="276"/>
                    </a:cubicBezTo>
                    <a:cubicBezTo>
                      <a:pt x="217" y="276"/>
                      <a:pt x="276" y="216"/>
                      <a:pt x="276" y="143"/>
                    </a:cubicBezTo>
                    <a:cubicBezTo>
                      <a:pt x="276" y="71"/>
                      <a:pt x="217" y="12"/>
                      <a:pt x="14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213" name="Freeform 267">
                <a:extLst>
                  <a:ext uri="{FF2B5EF4-FFF2-40B4-BE49-F238E27FC236}">
                    <a16:creationId xmlns:a16="http://schemas.microsoft.com/office/drawing/2014/main" id="{E514A1C0-D43E-476A-9974-C5949488E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9" y="3001"/>
                <a:ext cx="123" cy="419"/>
              </a:xfrm>
              <a:custGeom>
                <a:avLst/>
                <a:gdLst>
                  <a:gd name="T0" fmla="*/ 74 w 83"/>
                  <a:gd name="T1" fmla="*/ 283 h 283"/>
                  <a:gd name="T2" fmla="*/ 74 w 83"/>
                  <a:gd name="T3" fmla="*/ 0 h 283"/>
                  <a:gd name="T4" fmla="*/ 83 w 83"/>
                  <a:gd name="T5" fmla="*/ 8 h 283"/>
                  <a:gd name="T6" fmla="*/ 83 w 83"/>
                  <a:gd name="T7" fmla="*/ 276 h 283"/>
                  <a:gd name="T8" fmla="*/ 74 w 83"/>
                  <a:gd name="T9" fmla="*/ 28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283">
                    <a:moveTo>
                      <a:pt x="74" y="283"/>
                    </a:moveTo>
                    <a:cubicBezTo>
                      <a:pt x="0" y="186"/>
                      <a:pt x="1" y="80"/>
                      <a:pt x="74" y="0"/>
                    </a:cubicBezTo>
                    <a:cubicBezTo>
                      <a:pt x="83" y="8"/>
                      <a:pt x="83" y="8"/>
                      <a:pt x="83" y="8"/>
                    </a:cubicBezTo>
                    <a:cubicBezTo>
                      <a:pt x="13" y="84"/>
                      <a:pt x="13" y="182"/>
                      <a:pt x="83" y="276"/>
                    </a:cubicBezTo>
                    <a:lnTo>
                      <a:pt x="74" y="2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214" name="Freeform 268">
                <a:extLst>
                  <a:ext uri="{FF2B5EF4-FFF2-40B4-BE49-F238E27FC236}">
                    <a16:creationId xmlns:a16="http://schemas.microsoft.com/office/drawing/2014/main" id="{10604423-FF2B-4BD3-9301-2F8BA29C4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6" y="3001"/>
                <a:ext cx="123" cy="419"/>
              </a:xfrm>
              <a:custGeom>
                <a:avLst/>
                <a:gdLst>
                  <a:gd name="T0" fmla="*/ 9 w 83"/>
                  <a:gd name="T1" fmla="*/ 283 h 283"/>
                  <a:gd name="T2" fmla="*/ 0 w 83"/>
                  <a:gd name="T3" fmla="*/ 276 h 283"/>
                  <a:gd name="T4" fmla="*/ 0 w 83"/>
                  <a:gd name="T5" fmla="*/ 8 h 283"/>
                  <a:gd name="T6" fmla="*/ 9 w 83"/>
                  <a:gd name="T7" fmla="*/ 0 h 283"/>
                  <a:gd name="T8" fmla="*/ 9 w 83"/>
                  <a:gd name="T9" fmla="*/ 28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283">
                    <a:moveTo>
                      <a:pt x="9" y="283"/>
                    </a:moveTo>
                    <a:cubicBezTo>
                      <a:pt x="0" y="276"/>
                      <a:pt x="0" y="276"/>
                      <a:pt x="0" y="276"/>
                    </a:cubicBezTo>
                    <a:cubicBezTo>
                      <a:pt x="70" y="182"/>
                      <a:pt x="70" y="84"/>
                      <a:pt x="0" y="8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82" y="80"/>
                      <a:pt x="83" y="186"/>
                      <a:pt x="9" y="2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215" name="Rectangle 269">
                <a:extLst>
                  <a:ext uri="{FF2B5EF4-FFF2-40B4-BE49-F238E27FC236}">
                    <a16:creationId xmlns:a16="http://schemas.microsoft.com/office/drawing/2014/main" id="{B418A2CA-FBEC-4F7F-A45A-B3A016C2D2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6" y="3300"/>
                <a:ext cx="356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216" name="Rectangle 270">
                <a:extLst>
                  <a:ext uri="{FF2B5EF4-FFF2-40B4-BE49-F238E27FC236}">
                    <a16:creationId xmlns:a16="http://schemas.microsoft.com/office/drawing/2014/main" id="{71130C89-FB59-4F82-9581-EE9283D3E2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3" y="3087"/>
                <a:ext cx="339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217" name="Rectangle 271">
                <a:extLst>
                  <a:ext uri="{FF2B5EF4-FFF2-40B4-BE49-F238E27FC236}">
                    <a16:creationId xmlns:a16="http://schemas.microsoft.com/office/drawing/2014/main" id="{44661BBC-B12D-4102-AEEE-B1201C8D6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3194"/>
                <a:ext cx="408" cy="1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3BFC341-C47C-4AAD-8371-6C6E61766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40361" y="1577830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07" name="Group 140" descr="Pin Location">
              <a:extLst>
                <a:ext uri="{FF2B5EF4-FFF2-40B4-BE49-F238E27FC236}">
                  <a16:creationId xmlns:a16="http://schemas.microsoft.com/office/drawing/2014/main" id="{8966B338-E895-4D4E-9E75-8D3D9EC007E0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942164" y="1923077"/>
              <a:ext cx="513762" cy="513760"/>
              <a:chOff x="1560" y="3157"/>
              <a:chExt cx="426" cy="426"/>
            </a:xfrm>
            <a:solidFill>
              <a:schemeClr val="accent1"/>
            </a:solidFill>
          </p:grpSpPr>
          <p:sp>
            <p:nvSpPr>
              <p:cNvPr id="208" name="Freeform 141">
                <a:extLst>
                  <a:ext uri="{FF2B5EF4-FFF2-40B4-BE49-F238E27FC236}">
                    <a16:creationId xmlns:a16="http://schemas.microsoft.com/office/drawing/2014/main" id="{DCCF06FF-5E1B-485B-AA1D-9CEDC3F97F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02" y="3211"/>
                <a:ext cx="142" cy="141"/>
              </a:xfrm>
              <a:custGeom>
                <a:avLst/>
                <a:gdLst>
                  <a:gd name="T0" fmla="*/ 48 w 96"/>
                  <a:gd name="T1" fmla="*/ 96 h 96"/>
                  <a:gd name="T2" fmla="*/ 0 w 96"/>
                  <a:gd name="T3" fmla="*/ 48 h 96"/>
                  <a:gd name="T4" fmla="*/ 48 w 96"/>
                  <a:gd name="T5" fmla="*/ 0 h 96"/>
                  <a:gd name="T6" fmla="*/ 96 w 96"/>
                  <a:gd name="T7" fmla="*/ 48 h 96"/>
                  <a:gd name="T8" fmla="*/ 48 w 96"/>
                  <a:gd name="T9" fmla="*/ 96 h 96"/>
                  <a:gd name="T10" fmla="*/ 48 w 96"/>
                  <a:gd name="T11" fmla="*/ 12 h 96"/>
                  <a:gd name="T12" fmla="*/ 12 w 96"/>
                  <a:gd name="T13" fmla="*/ 48 h 96"/>
                  <a:gd name="T14" fmla="*/ 48 w 96"/>
                  <a:gd name="T15" fmla="*/ 84 h 96"/>
                  <a:gd name="T16" fmla="*/ 84 w 96"/>
                  <a:gd name="T17" fmla="*/ 48 h 96"/>
                  <a:gd name="T18" fmla="*/ 48 w 96"/>
                  <a:gd name="T19" fmla="*/ 1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" h="96">
                    <a:moveTo>
                      <a:pt x="48" y="96"/>
                    </a:moveTo>
                    <a:cubicBezTo>
                      <a:pt x="22" y="96"/>
                      <a:pt x="0" y="75"/>
                      <a:pt x="0" y="48"/>
                    </a:cubicBezTo>
                    <a:cubicBezTo>
                      <a:pt x="0" y="22"/>
                      <a:pt x="22" y="0"/>
                      <a:pt x="48" y="0"/>
                    </a:cubicBezTo>
                    <a:cubicBezTo>
                      <a:pt x="75" y="0"/>
                      <a:pt x="96" y="22"/>
                      <a:pt x="96" y="48"/>
                    </a:cubicBezTo>
                    <a:cubicBezTo>
                      <a:pt x="96" y="75"/>
                      <a:pt x="75" y="96"/>
                      <a:pt x="48" y="96"/>
                    </a:cubicBezTo>
                    <a:close/>
                    <a:moveTo>
                      <a:pt x="48" y="12"/>
                    </a:moveTo>
                    <a:cubicBezTo>
                      <a:pt x="28" y="12"/>
                      <a:pt x="12" y="29"/>
                      <a:pt x="12" y="48"/>
                    </a:cubicBezTo>
                    <a:cubicBezTo>
                      <a:pt x="12" y="68"/>
                      <a:pt x="28" y="84"/>
                      <a:pt x="48" y="84"/>
                    </a:cubicBezTo>
                    <a:cubicBezTo>
                      <a:pt x="68" y="84"/>
                      <a:pt x="84" y="68"/>
                      <a:pt x="84" y="48"/>
                    </a:cubicBezTo>
                    <a:cubicBezTo>
                      <a:pt x="84" y="29"/>
                      <a:pt x="68" y="12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209" name="Freeform 142">
                <a:extLst>
                  <a:ext uri="{FF2B5EF4-FFF2-40B4-BE49-F238E27FC236}">
                    <a16:creationId xmlns:a16="http://schemas.microsoft.com/office/drawing/2014/main" id="{2A3463C8-8233-4CFF-A5A3-12AB3B1F08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43" y="3157"/>
                <a:ext cx="262" cy="392"/>
              </a:xfrm>
              <a:custGeom>
                <a:avLst/>
                <a:gdLst>
                  <a:gd name="T0" fmla="*/ 88 w 177"/>
                  <a:gd name="T1" fmla="*/ 265 h 265"/>
                  <a:gd name="T2" fmla="*/ 88 w 177"/>
                  <a:gd name="T3" fmla="*/ 265 h 265"/>
                  <a:gd name="T4" fmla="*/ 83 w 177"/>
                  <a:gd name="T5" fmla="*/ 262 h 265"/>
                  <a:gd name="T6" fmla="*/ 0 w 177"/>
                  <a:gd name="T7" fmla="*/ 89 h 265"/>
                  <a:gd name="T8" fmla="*/ 88 w 177"/>
                  <a:gd name="T9" fmla="*/ 0 h 265"/>
                  <a:gd name="T10" fmla="*/ 177 w 177"/>
                  <a:gd name="T11" fmla="*/ 89 h 265"/>
                  <a:gd name="T12" fmla="*/ 93 w 177"/>
                  <a:gd name="T13" fmla="*/ 262 h 265"/>
                  <a:gd name="T14" fmla="*/ 88 w 177"/>
                  <a:gd name="T15" fmla="*/ 265 h 265"/>
                  <a:gd name="T16" fmla="*/ 88 w 177"/>
                  <a:gd name="T17" fmla="*/ 12 h 265"/>
                  <a:gd name="T18" fmla="*/ 12 w 177"/>
                  <a:gd name="T19" fmla="*/ 89 h 265"/>
                  <a:gd name="T20" fmla="*/ 88 w 177"/>
                  <a:gd name="T21" fmla="*/ 248 h 265"/>
                  <a:gd name="T22" fmla="*/ 165 w 177"/>
                  <a:gd name="T23" fmla="*/ 89 h 265"/>
                  <a:gd name="T24" fmla="*/ 88 w 177"/>
                  <a:gd name="T25" fmla="*/ 12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7" h="265">
                    <a:moveTo>
                      <a:pt x="88" y="265"/>
                    </a:moveTo>
                    <a:cubicBezTo>
                      <a:pt x="88" y="265"/>
                      <a:pt x="88" y="265"/>
                      <a:pt x="88" y="265"/>
                    </a:cubicBezTo>
                    <a:cubicBezTo>
                      <a:pt x="86" y="265"/>
                      <a:pt x="84" y="264"/>
                      <a:pt x="83" y="262"/>
                    </a:cubicBezTo>
                    <a:cubicBezTo>
                      <a:pt x="80" y="257"/>
                      <a:pt x="0" y="135"/>
                      <a:pt x="0" y="89"/>
                    </a:cubicBezTo>
                    <a:cubicBezTo>
                      <a:pt x="0" y="40"/>
                      <a:pt x="40" y="0"/>
                      <a:pt x="88" y="0"/>
                    </a:cubicBezTo>
                    <a:cubicBezTo>
                      <a:pt x="137" y="0"/>
                      <a:pt x="177" y="40"/>
                      <a:pt x="177" y="89"/>
                    </a:cubicBezTo>
                    <a:cubicBezTo>
                      <a:pt x="177" y="135"/>
                      <a:pt x="97" y="257"/>
                      <a:pt x="93" y="262"/>
                    </a:cubicBezTo>
                    <a:cubicBezTo>
                      <a:pt x="92" y="264"/>
                      <a:pt x="90" y="265"/>
                      <a:pt x="88" y="265"/>
                    </a:cubicBezTo>
                    <a:close/>
                    <a:moveTo>
                      <a:pt x="88" y="12"/>
                    </a:moveTo>
                    <a:cubicBezTo>
                      <a:pt x="46" y="12"/>
                      <a:pt x="12" y="47"/>
                      <a:pt x="12" y="89"/>
                    </a:cubicBezTo>
                    <a:cubicBezTo>
                      <a:pt x="12" y="126"/>
                      <a:pt x="71" y="220"/>
                      <a:pt x="88" y="248"/>
                    </a:cubicBezTo>
                    <a:cubicBezTo>
                      <a:pt x="106" y="220"/>
                      <a:pt x="165" y="126"/>
                      <a:pt x="165" y="89"/>
                    </a:cubicBezTo>
                    <a:cubicBezTo>
                      <a:pt x="165" y="47"/>
                      <a:pt x="130" y="12"/>
                      <a:pt x="8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210" name="Freeform 143">
                <a:extLst>
                  <a:ext uri="{FF2B5EF4-FFF2-40B4-BE49-F238E27FC236}">
                    <a16:creationId xmlns:a16="http://schemas.microsoft.com/office/drawing/2014/main" id="{851B3222-A303-42B7-A4F8-6030113A23E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60" y="3499"/>
                <a:ext cx="426" cy="84"/>
              </a:xfrm>
              <a:custGeom>
                <a:avLst/>
                <a:gdLst>
                  <a:gd name="T0" fmla="*/ 144 w 288"/>
                  <a:gd name="T1" fmla="*/ 57 h 57"/>
                  <a:gd name="T2" fmla="*/ 0 w 288"/>
                  <a:gd name="T3" fmla="*/ 27 h 57"/>
                  <a:gd name="T4" fmla="*/ 83 w 288"/>
                  <a:gd name="T5" fmla="*/ 0 h 57"/>
                  <a:gd name="T6" fmla="*/ 90 w 288"/>
                  <a:gd name="T7" fmla="*/ 5 h 57"/>
                  <a:gd name="T8" fmla="*/ 84 w 288"/>
                  <a:gd name="T9" fmla="*/ 12 h 57"/>
                  <a:gd name="T10" fmla="*/ 13 w 288"/>
                  <a:gd name="T11" fmla="*/ 27 h 57"/>
                  <a:gd name="T12" fmla="*/ 144 w 288"/>
                  <a:gd name="T13" fmla="*/ 45 h 57"/>
                  <a:gd name="T14" fmla="*/ 276 w 288"/>
                  <a:gd name="T15" fmla="*/ 27 h 57"/>
                  <a:gd name="T16" fmla="*/ 204 w 288"/>
                  <a:gd name="T17" fmla="*/ 12 h 57"/>
                  <a:gd name="T18" fmla="*/ 198 w 288"/>
                  <a:gd name="T19" fmla="*/ 5 h 57"/>
                  <a:gd name="T20" fmla="*/ 205 w 288"/>
                  <a:gd name="T21" fmla="*/ 0 h 57"/>
                  <a:gd name="T22" fmla="*/ 288 w 288"/>
                  <a:gd name="T23" fmla="*/ 27 h 57"/>
                  <a:gd name="T24" fmla="*/ 144 w 288"/>
                  <a:gd name="T25" fmla="*/ 57 h 57"/>
                  <a:gd name="T26" fmla="*/ 276 w 288"/>
                  <a:gd name="T27" fmla="*/ 28 h 57"/>
                  <a:gd name="T28" fmla="*/ 276 w 288"/>
                  <a:gd name="T29" fmla="*/ 2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8" h="57">
                    <a:moveTo>
                      <a:pt x="144" y="57"/>
                    </a:moveTo>
                    <a:cubicBezTo>
                      <a:pt x="130" y="57"/>
                      <a:pt x="0" y="57"/>
                      <a:pt x="0" y="27"/>
                    </a:cubicBezTo>
                    <a:cubicBezTo>
                      <a:pt x="0" y="14"/>
                      <a:pt x="28" y="5"/>
                      <a:pt x="83" y="0"/>
                    </a:cubicBezTo>
                    <a:cubicBezTo>
                      <a:pt x="87" y="0"/>
                      <a:pt x="89" y="2"/>
                      <a:pt x="90" y="5"/>
                    </a:cubicBezTo>
                    <a:cubicBezTo>
                      <a:pt x="90" y="9"/>
                      <a:pt x="88" y="12"/>
                      <a:pt x="84" y="12"/>
                    </a:cubicBezTo>
                    <a:cubicBezTo>
                      <a:pt x="33" y="16"/>
                      <a:pt x="16" y="24"/>
                      <a:pt x="13" y="27"/>
                    </a:cubicBezTo>
                    <a:cubicBezTo>
                      <a:pt x="18" y="34"/>
                      <a:pt x="65" y="45"/>
                      <a:pt x="144" y="45"/>
                    </a:cubicBezTo>
                    <a:cubicBezTo>
                      <a:pt x="223" y="45"/>
                      <a:pt x="270" y="34"/>
                      <a:pt x="276" y="27"/>
                    </a:cubicBezTo>
                    <a:cubicBezTo>
                      <a:pt x="273" y="24"/>
                      <a:pt x="255" y="16"/>
                      <a:pt x="204" y="12"/>
                    </a:cubicBezTo>
                    <a:cubicBezTo>
                      <a:pt x="200" y="12"/>
                      <a:pt x="198" y="9"/>
                      <a:pt x="198" y="5"/>
                    </a:cubicBezTo>
                    <a:cubicBezTo>
                      <a:pt x="199" y="2"/>
                      <a:pt x="201" y="0"/>
                      <a:pt x="205" y="0"/>
                    </a:cubicBezTo>
                    <a:cubicBezTo>
                      <a:pt x="260" y="5"/>
                      <a:pt x="288" y="14"/>
                      <a:pt x="288" y="27"/>
                    </a:cubicBezTo>
                    <a:cubicBezTo>
                      <a:pt x="288" y="57"/>
                      <a:pt x="159" y="57"/>
                      <a:pt x="144" y="57"/>
                    </a:cubicBezTo>
                    <a:close/>
                    <a:moveTo>
                      <a:pt x="276" y="28"/>
                    </a:moveTo>
                    <a:cubicBezTo>
                      <a:pt x="276" y="28"/>
                      <a:pt x="276" y="28"/>
                      <a:pt x="276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D93D266-2145-4957-82BF-5AB2D23F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0999" y="2761347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78" name="Group 45" descr="Gears">
              <a:extLst>
                <a:ext uri="{FF2B5EF4-FFF2-40B4-BE49-F238E27FC236}">
                  <a16:creationId xmlns:a16="http://schemas.microsoft.com/office/drawing/2014/main" id="{994F5FD5-A849-4507-BA75-6409F4ABE5C2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83204" y="3116889"/>
              <a:ext cx="481666" cy="481666"/>
              <a:chOff x="5507" y="439"/>
              <a:chExt cx="426" cy="426"/>
            </a:xfrm>
            <a:solidFill>
              <a:schemeClr val="accent1"/>
            </a:solidFill>
          </p:grpSpPr>
          <p:sp>
            <p:nvSpPr>
              <p:cNvPr id="79" name="Freeform 46">
                <a:extLst>
                  <a:ext uri="{FF2B5EF4-FFF2-40B4-BE49-F238E27FC236}">
                    <a16:creationId xmlns:a16="http://schemas.microsoft.com/office/drawing/2014/main" id="{B7357C91-BCDD-4476-9890-CBBEE2690C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96" y="652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8"/>
                      <a:pt x="19" y="0"/>
                      <a:pt x="42" y="0"/>
                    </a:cubicBezTo>
                    <a:cubicBezTo>
                      <a:pt x="66" y="0"/>
                      <a:pt x="84" y="18"/>
                      <a:pt x="84" y="42"/>
                    </a:cubicBezTo>
                    <a:cubicBezTo>
                      <a:pt x="84" y="65"/>
                      <a:pt x="66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8"/>
                      <a:pt x="26" y="72"/>
                      <a:pt x="42" y="72"/>
                    </a:cubicBezTo>
                    <a:cubicBezTo>
                      <a:pt x="59" y="72"/>
                      <a:pt x="72" y="58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80" name="Freeform 47">
                <a:extLst>
                  <a:ext uri="{FF2B5EF4-FFF2-40B4-BE49-F238E27FC236}">
                    <a16:creationId xmlns:a16="http://schemas.microsoft.com/office/drawing/2014/main" id="{F2A493E8-C574-4994-B268-3003E4D90F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09" y="492"/>
                <a:ext cx="71" cy="71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0"/>
                      <a:pt x="11" y="0"/>
                      <a:pt x="24" y="0"/>
                    </a:cubicBezTo>
                    <a:cubicBezTo>
                      <a:pt x="38" y="0"/>
                      <a:pt x="48" y="10"/>
                      <a:pt x="48" y="24"/>
                    </a:cubicBezTo>
                    <a:cubicBezTo>
                      <a:pt x="48" y="37"/>
                      <a:pt x="38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8" y="12"/>
                      <a:pt x="12" y="17"/>
                      <a:pt x="12" y="24"/>
                    </a:cubicBezTo>
                    <a:cubicBezTo>
                      <a:pt x="12" y="30"/>
                      <a:pt x="18" y="36"/>
                      <a:pt x="24" y="36"/>
                    </a:cubicBezTo>
                    <a:cubicBezTo>
                      <a:pt x="31" y="36"/>
                      <a:pt x="36" y="30"/>
                      <a:pt x="36" y="24"/>
                    </a:cubicBezTo>
                    <a:cubicBezTo>
                      <a:pt x="36" y="17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81" name="Freeform 48">
                <a:extLst>
                  <a:ext uri="{FF2B5EF4-FFF2-40B4-BE49-F238E27FC236}">
                    <a16:creationId xmlns:a16="http://schemas.microsoft.com/office/drawing/2014/main" id="{55A2AA64-F168-48D8-8BEB-ADBEF3B965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7" y="563"/>
                <a:ext cx="302" cy="302"/>
              </a:xfrm>
              <a:custGeom>
                <a:avLst/>
                <a:gdLst>
                  <a:gd name="T0" fmla="*/ 79 w 204"/>
                  <a:gd name="T1" fmla="*/ 204 h 204"/>
                  <a:gd name="T2" fmla="*/ 73 w 204"/>
                  <a:gd name="T3" fmla="*/ 180 h 204"/>
                  <a:gd name="T4" fmla="*/ 34 w 204"/>
                  <a:gd name="T5" fmla="*/ 176 h 204"/>
                  <a:gd name="T6" fmla="*/ 2 w 204"/>
                  <a:gd name="T7" fmla="*/ 132 h 204"/>
                  <a:gd name="T8" fmla="*/ 19 w 204"/>
                  <a:gd name="T9" fmla="*/ 115 h 204"/>
                  <a:gd name="T10" fmla="*/ 19 w 204"/>
                  <a:gd name="T11" fmla="*/ 88 h 204"/>
                  <a:gd name="T12" fmla="*/ 2 w 204"/>
                  <a:gd name="T13" fmla="*/ 76 h 204"/>
                  <a:gd name="T14" fmla="*/ 26 w 204"/>
                  <a:gd name="T15" fmla="*/ 30 h 204"/>
                  <a:gd name="T16" fmla="*/ 50 w 204"/>
                  <a:gd name="T17" fmla="*/ 36 h 204"/>
                  <a:gd name="T18" fmla="*/ 73 w 204"/>
                  <a:gd name="T19" fmla="*/ 6 h 204"/>
                  <a:gd name="T20" fmla="*/ 127 w 204"/>
                  <a:gd name="T21" fmla="*/ 0 h 204"/>
                  <a:gd name="T22" fmla="*/ 133 w 204"/>
                  <a:gd name="T23" fmla="*/ 23 h 204"/>
                  <a:gd name="T24" fmla="*/ 170 w 204"/>
                  <a:gd name="T25" fmla="*/ 28 h 204"/>
                  <a:gd name="T26" fmla="*/ 179 w 204"/>
                  <a:gd name="T27" fmla="*/ 30 h 204"/>
                  <a:gd name="T28" fmla="*/ 200 w 204"/>
                  <a:gd name="T29" fmla="*/ 80 h 204"/>
                  <a:gd name="T30" fmla="*/ 186 w 204"/>
                  <a:gd name="T31" fmla="*/ 102 h 204"/>
                  <a:gd name="T32" fmla="*/ 201 w 204"/>
                  <a:gd name="T33" fmla="*/ 124 h 204"/>
                  <a:gd name="T34" fmla="*/ 179 w 204"/>
                  <a:gd name="T35" fmla="*/ 173 h 204"/>
                  <a:gd name="T36" fmla="*/ 171 w 204"/>
                  <a:gd name="T37" fmla="*/ 176 h 204"/>
                  <a:gd name="T38" fmla="*/ 133 w 204"/>
                  <a:gd name="T39" fmla="*/ 180 h 204"/>
                  <a:gd name="T40" fmla="*/ 127 w 204"/>
                  <a:gd name="T41" fmla="*/ 204 h 204"/>
                  <a:gd name="T42" fmla="*/ 121 w 204"/>
                  <a:gd name="T43" fmla="*/ 192 h 204"/>
                  <a:gd name="T44" fmla="*/ 126 w 204"/>
                  <a:gd name="T45" fmla="*/ 170 h 204"/>
                  <a:gd name="T46" fmla="*/ 158 w 204"/>
                  <a:gd name="T47" fmla="*/ 154 h 204"/>
                  <a:gd name="T48" fmla="*/ 189 w 204"/>
                  <a:gd name="T49" fmla="*/ 131 h 204"/>
                  <a:gd name="T50" fmla="*/ 173 w 204"/>
                  <a:gd name="T51" fmla="*/ 117 h 204"/>
                  <a:gd name="T52" fmla="*/ 173 w 204"/>
                  <a:gd name="T53" fmla="*/ 87 h 204"/>
                  <a:gd name="T54" fmla="*/ 189 w 204"/>
                  <a:gd name="T55" fmla="*/ 72 h 204"/>
                  <a:gd name="T56" fmla="*/ 158 w 204"/>
                  <a:gd name="T57" fmla="*/ 49 h 204"/>
                  <a:gd name="T58" fmla="*/ 126 w 204"/>
                  <a:gd name="T59" fmla="*/ 33 h 204"/>
                  <a:gd name="T60" fmla="*/ 121 w 204"/>
                  <a:gd name="T61" fmla="*/ 12 h 204"/>
                  <a:gd name="T62" fmla="*/ 85 w 204"/>
                  <a:gd name="T63" fmla="*/ 27 h 204"/>
                  <a:gd name="T64" fmla="*/ 55 w 204"/>
                  <a:gd name="T65" fmla="*/ 48 h 204"/>
                  <a:gd name="T66" fmla="*/ 34 w 204"/>
                  <a:gd name="T67" fmla="*/ 41 h 204"/>
                  <a:gd name="T68" fmla="*/ 29 w 204"/>
                  <a:gd name="T69" fmla="*/ 80 h 204"/>
                  <a:gd name="T70" fmla="*/ 30 w 204"/>
                  <a:gd name="T71" fmla="*/ 102 h 204"/>
                  <a:gd name="T72" fmla="*/ 29 w 204"/>
                  <a:gd name="T73" fmla="*/ 123 h 204"/>
                  <a:gd name="T74" fmla="*/ 33 w 204"/>
                  <a:gd name="T75" fmla="*/ 162 h 204"/>
                  <a:gd name="T76" fmla="*/ 55 w 204"/>
                  <a:gd name="T77" fmla="*/ 155 h 204"/>
                  <a:gd name="T78" fmla="*/ 85 w 204"/>
                  <a:gd name="T79" fmla="*/ 176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04" h="204">
                    <a:moveTo>
                      <a:pt x="127" y="204"/>
                    </a:moveTo>
                    <a:cubicBezTo>
                      <a:pt x="79" y="204"/>
                      <a:pt x="79" y="204"/>
                      <a:pt x="79" y="204"/>
                    </a:cubicBezTo>
                    <a:cubicBezTo>
                      <a:pt x="76" y="204"/>
                      <a:pt x="73" y="201"/>
                      <a:pt x="73" y="198"/>
                    </a:cubicBezTo>
                    <a:cubicBezTo>
                      <a:pt x="73" y="180"/>
                      <a:pt x="73" y="180"/>
                      <a:pt x="73" y="180"/>
                    </a:cubicBezTo>
                    <a:cubicBezTo>
                      <a:pt x="65" y="177"/>
                      <a:pt x="57" y="173"/>
                      <a:pt x="50" y="167"/>
                    </a:cubicBezTo>
                    <a:cubicBezTo>
                      <a:pt x="34" y="176"/>
                      <a:pt x="34" y="176"/>
                      <a:pt x="34" y="176"/>
                    </a:cubicBezTo>
                    <a:cubicBezTo>
                      <a:pt x="31" y="177"/>
                      <a:pt x="28" y="176"/>
                      <a:pt x="26" y="173"/>
                    </a:cubicBezTo>
                    <a:cubicBezTo>
                      <a:pt x="2" y="132"/>
                      <a:pt x="2" y="132"/>
                      <a:pt x="2" y="132"/>
                    </a:cubicBezTo>
                    <a:cubicBezTo>
                      <a:pt x="0" y="129"/>
                      <a:pt x="1" y="125"/>
                      <a:pt x="4" y="124"/>
                    </a:cubicBezTo>
                    <a:cubicBezTo>
                      <a:pt x="19" y="115"/>
                      <a:pt x="19" y="115"/>
                      <a:pt x="19" y="115"/>
                    </a:cubicBezTo>
                    <a:cubicBezTo>
                      <a:pt x="19" y="111"/>
                      <a:pt x="18" y="106"/>
                      <a:pt x="18" y="102"/>
                    </a:cubicBezTo>
                    <a:cubicBezTo>
                      <a:pt x="18" y="97"/>
                      <a:pt x="19" y="93"/>
                      <a:pt x="19" y="88"/>
                    </a:cubicBezTo>
                    <a:cubicBezTo>
                      <a:pt x="4" y="80"/>
                      <a:pt x="4" y="80"/>
                      <a:pt x="4" y="80"/>
                    </a:cubicBezTo>
                    <a:cubicBezTo>
                      <a:pt x="3" y="79"/>
                      <a:pt x="2" y="78"/>
                      <a:pt x="2" y="76"/>
                    </a:cubicBezTo>
                    <a:cubicBezTo>
                      <a:pt x="1" y="74"/>
                      <a:pt x="1" y="73"/>
                      <a:pt x="2" y="71"/>
                    </a:cubicBezTo>
                    <a:cubicBezTo>
                      <a:pt x="26" y="30"/>
                      <a:pt x="26" y="30"/>
                      <a:pt x="26" y="30"/>
                    </a:cubicBezTo>
                    <a:cubicBezTo>
                      <a:pt x="28" y="27"/>
                      <a:pt x="32" y="26"/>
                      <a:pt x="34" y="28"/>
                    </a:cubicBezTo>
                    <a:cubicBezTo>
                      <a:pt x="50" y="36"/>
                      <a:pt x="50" y="36"/>
                      <a:pt x="50" y="36"/>
                    </a:cubicBezTo>
                    <a:cubicBezTo>
                      <a:pt x="57" y="30"/>
                      <a:pt x="65" y="26"/>
                      <a:pt x="73" y="23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2"/>
                      <a:pt x="76" y="0"/>
                      <a:pt x="79" y="0"/>
                    </a:cubicBezTo>
                    <a:cubicBezTo>
                      <a:pt x="127" y="0"/>
                      <a:pt x="127" y="0"/>
                      <a:pt x="127" y="0"/>
                    </a:cubicBezTo>
                    <a:cubicBezTo>
                      <a:pt x="131" y="0"/>
                      <a:pt x="133" y="2"/>
                      <a:pt x="133" y="6"/>
                    </a:cubicBezTo>
                    <a:cubicBezTo>
                      <a:pt x="133" y="23"/>
                      <a:pt x="133" y="23"/>
                      <a:pt x="133" y="23"/>
                    </a:cubicBezTo>
                    <a:cubicBezTo>
                      <a:pt x="142" y="26"/>
                      <a:pt x="149" y="31"/>
                      <a:pt x="156" y="36"/>
                    </a:cubicBezTo>
                    <a:cubicBezTo>
                      <a:pt x="170" y="28"/>
                      <a:pt x="170" y="28"/>
                      <a:pt x="170" y="28"/>
                    </a:cubicBezTo>
                    <a:cubicBezTo>
                      <a:pt x="172" y="27"/>
                      <a:pt x="173" y="27"/>
                      <a:pt x="175" y="27"/>
                    </a:cubicBezTo>
                    <a:cubicBezTo>
                      <a:pt x="177" y="27"/>
                      <a:pt x="178" y="28"/>
                      <a:pt x="179" y="30"/>
                    </a:cubicBezTo>
                    <a:cubicBezTo>
                      <a:pt x="203" y="71"/>
                      <a:pt x="203" y="71"/>
                      <a:pt x="203" y="71"/>
                    </a:cubicBezTo>
                    <a:cubicBezTo>
                      <a:pt x="204" y="74"/>
                      <a:pt x="203" y="78"/>
                      <a:pt x="200" y="80"/>
                    </a:cubicBezTo>
                    <a:cubicBezTo>
                      <a:pt x="185" y="88"/>
                      <a:pt x="185" y="88"/>
                      <a:pt x="185" y="88"/>
                    </a:cubicBezTo>
                    <a:cubicBezTo>
                      <a:pt x="186" y="93"/>
                      <a:pt x="186" y="97"/>
                      <a:pt x="186" y="102"/>
                    </a:cubicBezTo>
                    <a:cubicBezTo>
                      <a:pt x="186" y="106"/>
                      <a:pt x="186" y="111"/>
                      <a:pt x="185" y="115"/>
                    </a:cubicBezTo>
                    <a:cubicBezTo>
                      <a:pt x="201" y="124"/>
                      <a:pt x="201" y="124"/>
                      <a:pt x="201" y="124"/>
                    </a:cubicBezTo>
                    <a:cubicBezTo>
                      <a:pt x="203" y="125"/>
                      <a:pt x="204" y="129"/>
                      <a:pt x="203" y="132"/>
                    </a:cubicBezTo>
                    <a:cubicBezTo>
                      <a:pt x="179" y="173"/>
                      <a:pt x="179" y="173"/>
                      <a:pt x="179" y="173"/>
                    </a:cubicBezTo>
                    <a:cubicBezTo>
                      <a:pt x="178" y="175"/>
                      <a:pt x="177" y="176"/>
                      <a:pt x="175" y="176"/>
                    </a:cubicBezTo>
                    <a:cubicBezTo>
                      <a:pt x="174" y="177"/>
                      <a:pt x="172" y="176"/>
                      <a:pt x="171" y="176"/>
                    </a:cubicBezTo>
                    <a:cubicBezTo>
                      <a:pt x="156" y="167"/>
                      <a:pt x="156" y="167"/>
                      <a:pt x="156" y="167"/>
                    </a:cubicBezTo>
                    <a:cubicBezTo>
                      <a:pt x="149" y="173"/>
                      <a:pt x="142" y="177"/>
                      <a:pt x="133" y="180"/>
                    </a:cubicBezTo>
                    <a:cubicBezTo>
                      <a:pt x="133" y="198"/>
                      <a:pt x="133" y="198"/>
                      <a:pt x="133" y="198"/>
                    </a:cubicBezTo>
                    <a:cubicBezTo>
                      <a:pt x="133" y="201"/>
                      <a:pt x="131" y="204"/>
                      <a:pt x="127" y="204"/>
                    </a:cubicBezTo>
                    <a:close/>
                    <a:moveTo>
                      <a:pt x="85" y="192"/>
                    </a:moveTo>
                    <a:cubicBezTo>
                      <a:pt x="121" y="192"/>
                      <a:pt x="121" y="192"/>
                      <a:pt x="121" y="192"/>
                    </a:cubicBezTo>
                    <a:cubicBezTo>
                      <a:pt x="121" y="176"/>
                      <a:pt x="121" y="176"/>
                      <a:pt x="121" y="176"/>
                    </a:cubicBezTo>
                    <a:cubicBezTo>
                      <a:pt x="121" y="173"/>
                      <a:pt x="123" y="171"/>
                      <a:pt x="126" y="170"/>
                    </a:cubicBezTo>
                    <a:cubicBezTo>
                      <a:pt x="136" y="167"/>
                      <a:pt x="143" y="162"/>
                      <a:pt x="151" y="155"/>
                    </a:cubicBezTo>
                    <a:cubicBezTo>
                      <a:pt x="153" y="153"/>
                      <a:pt x="156" y="153"/>
                      <a:pt x="158" y="154"/>
                    </a:cubicBezTo>
                    <a:cubicBezTo>
                      <a:pt x="172" y="162"/>
                      <a:pt x="172" y="162"/>
                      <a:pt x="172" y="162"/>
                    </a:cubicBezTo>
                    <a:cubicBezTo>
                      <a:pt x="189" y="131"/>
                      <a:pt x="189" y="131"/>
                      <a:pt x="189" y="131"/>
                    </a:cubicBezTo>
                    <a:cubicBezTo>
                      <a:pt x="176" y="123"/>
                      <a:pt x="176" y="123"/>
                      <a:pt x="176" y="123"/>
                    </a:cubicBezTo>
                    <a:cubicBezTo>
                      <a:pt x="173" y="122"/>
                      <a:pt x="172" y="119"/>
                      <a:pt x="173" y="117"/>
                    </a:cubicBezTo>
                    <a:cubicBezTo>
                      <a:pt x="174" y="112"/>
                      <a:pt x="174" y="107"/>
                      <a:pt x="174" y="102"/>
                    </a:cubicBezTo>
                    <a:cubicBezTo>
                      <a:pt x="174" y="97"/>
                      <a:pt x="174" y="92"/>
                      <a:pt x="173" y="87"/>
                    </a:cubicBezTo>
                    <a:cubicBezTo>
                      <a:pt x="172" y="84"/>
                      <a:pt x="173" y="81"/>
                      <a:pt x="176" y="80"/>
                    </a:cubicBezTo>
                    <a:cubicBezTo>
                      <a:pt x="189" y="72"/>
                      <a:pt x="189" y="72"/>
                      <a:pt x="189" y="72"/>
                    </a:cubicBezTo>
                    <a:cubicBezTo>
                      <a:pt x="171" y="41"/>
                      <a:pt x="171" y="41"/>
                      <a:pt x="171" y="41"/>
                    </a:cubicBezTo>
                    <a:cubicBezTo>
                      <a:pt x="158" y="49"/>
                      <a:pt x="158" y="49"/>
                      <a:pt x="158" y="49"/>
                    </a:cubicBezTo>
                    <a:cubicBezTo>
                      <a:pt x="156" y="50"/>
                      <a:pt x="153" y="50"/>
                      <a:pt x="151" y="48"/>
                    </a:cubicBezTo>
                    <a:cubicBezTo>
                      <a:pt x="143" y="41"/>
                      <a:pt x="136" y="36"/>
                      <a:pt x="126" y="33"/>
                    </a:cubicBezTo>
                    <a:cubicBezTo>
                      <a:pt x="123" y="33"/>
                      <a:pt x="121" y="30"/>
                      <a:pt x="121" y="27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85" y="12"/>
                      <a:pt x="85" y="12"/>
                      <a:pt x="85" y="12"/>
                    </a:cubicBezTo>
                    <a:cubicBezTo>
                      <a:pt x="85" y="27"/>
                      <a:pt x="85" y="27"/>
                      <a:pt x="85" y="27"/>
                    </a:cubicBezTo>
                    <a:cubicBezTo>
                      <a:pt x="85" y="30"/>
                      <a:pt x="83" y="32"/>
                      <a:pt x="81" y="33"/>
                    </a:cubicBezTo>
                    <a:cubicBezTo>
                      <a:pt x="71" y="36"/>
                      <a:pt x="63" y="40"/>
                      <a:pt x="55" y="48"/>
                    </a:cubicBezTo>
                    <a:cubicBezTo>
                      <a:pt x="53" y="50"/>
                      <a:pt x="50" y="50"/>
                      <a:pt x="48" y="49"/>
                    </a:cubicBezTo>
                    <a:cubicBezTo>
                      <a:pt x="34" y="41"/>
                      <a:pt x="34" y="41"/>
                      <a:pt x="34" y="41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29" y="80"/>
                      <a:pt x="29" y="80"/>
                      <a:pt x="29" y="80"/>
                    </a:cubicBezTo>
                    <a:cubicBezTo>
                      <a:pt x="31" y="81"/>
                      <a:pt x="33" y="84"/>
                      <a:pt x="32" y="87"/>
                    </a:cubicBezTo>
                    <a:cubicBezTo>
                      <a:pt x="31" y="92"/>
                      <a:pt x="30" y="97"/>
                      <a:pt x="30" y="102"/>
                    </a:cubicBezTo>
                    <a:cubicBezTo>
                      <a:pt x="30" y="107"/>
                      <a:pt x="31" y="112"/>
                      <a:pt x="32" y="117"/>
                    </a:cubicBezTo>
                    <a:cubicBezTo>
                      <a:pt x="33" y="119"/>
                      <a:pt x="31" y="122"/>
                      <a:pt x="29" y="123"/>
                    </a:cubicBezTo>
                    <a:cubicBezTo>
                      <a:pt x="15" y="131"/>
                      <a:pt x="15" y="131"/>
                      <a:pt x="15" y="131"/>
                    </a:cubicBezTo>
                    <a:cubicBezTo>
                      <a:pt x="33" y="162"/>
                      <a:pt x="33" y="162"/>
                      <a:pt x="33" y="162"/>
                    </a:cubicBezTo>
                    <a:cubicBezTo>
                      <a:pt x="48" y="154"/>
                      <a:pt x="48" y="154"/>
                      <a:pt x="48" y="154"/>
                    </a:cubicBezTo>
                    <a:cubicBezTo>
                      <a:pt x="50" y="153"/>
                      <a:pt x="53" y="153"/>
                      <a:pt x="55" y="155"/>
                    </a:cubicBezTo>
                    <a:cubicBezTo>
                      <a:pt x="63" y="163"/>
                      <a:pt x="71" y="167"/>
                      <a:pt x="81" y="170"/>
                    </a:cubicBezTo>
                    <a:cubicBezTo>
                      <a:pt x="83" y="171"/>
                      <a:pt x="85" y="173"/>
                      <a:pt x="85" y="176"/>
                    </a:cubicBezTo>
                    <a:lnTo>
                      <a:pt x="85" y="1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82" name="Freeform 49">
                <a:extLst>
                  <a:ext uri="{FF2B5EF4-FFF2-40B4-BE49-F238E27FC236}">
                    <a16:creationId xmlns:a16="http://schemas.microsoft.com/office/drawing/2014/main" id="{909C8E6E-7318-4857-BC03-D95A58F728C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57" y="439"/>
                <a:ext cx="176" cy="178"/>
              </a:xfrm>
              <a:custGeom>
                <a:avLst/>
                <a:gdLst>
                  <a:gd name="T0" fmla="*/ 48 w 119"/>
                  <a:gd name="T1" fmla="*/ 120 h 120"/>
                  <a:gd name="T2" fmla="*/ 42 w 119"/>
                  <a:gd name="T3" fmla="*/ 104 h 120"/>
                  <a:gd name="T4" fmla="*/ 21 w 119"/>
                  <a:gd name="T5" fmla="*/ 102 h 120"/>
                  <a:gd name="T6" fmla="*/ 1 w 119"/>
                  <a:gd name="T7" fmla="*/ 79 h 120"/>
                  <a:gd name="T8" fmla="*/ 4 w 119"/>
                  <a:gd name="T9" fmla="*/ 71 h 120"/>
                  <a:gd name="T10" fmla="*/ 11 w 119"/>
                  <a:gd name="T11" fmla="*/ 60 h 120"/>
                  <a:gd name="T12" fmla="*/ 4 w 119"/>
                  <a:gd name="T13" fmla="*/ 48 h 120"/>
                  <a:gd name="T14" fmla="*/ 2 w 119"/>
                  <a:gd name="T15" fmla="*/ 40 h 120"/>
                  <a:gd name="T16" fmla="*/ 22 w 119"/>
                  <a:gd name="T17" fmla="*/ 17 h 120"/>
                  <a:gd name="T18" fmla="*/ 42 w 119"/>
                  <a:gd name="T19" fmla="*/ 15 h 120"/>
                  <a:gd name="T20" fmla="*/ 48 w 119"/>
                  <a:gd name="T21" fmla="*/ 0 h 120"/>
                  <a:gd name="T22" fmla="*/ 78 w 119"/>
                  <a:gd name="T23" fmla="*/ 6 h 120"/>
                  <a:gd name="T24" fmla="*/ 89 w 119"/>
                  <a:gd name="T25" fmla="*/ 22 h 120"/>
                  <a:gd name="T26" fmla="*/ 102 w 119"/>
                  <a:gd name="T27" fmla="*/ 16 h 120"/>
                  <a:gd name="T28" fmla="*/ 117 w 119"/>
                  <a:gd name="T29" fmla="*/ 40 h 120"/>
                  <a:gd name="T30" fmla="*/ 107 w 119"/>
                  <a:gd name="T31" fmla="*/ 53 h 120"/>
                  <a:gd name="T32" fmla="*/ 107 w 119"/>
                  <a:gd name="T33" fmla="*/ 66 h 120"/>
                  <a:gd name="T34" fmla="*/ 117 w 119"/>
                  <a:gd name="T35" fmla="*/ 79 h 120"/>
                  <a:gd name="T36" fmla="*/ 102 w 119"/>
                  <a:gd name="T37" fmla="*/ 103 h 120"/>
                  <a:gd name="T38" fmla="*/ 89 w 119"/>
                  <a:gd name="T39" fmla="*/ 97 h 120"/>
                  <a:gd name="T40" fmla="*/ 78 w 119"/>
                  <a:gd name="T41" fmla="*/ 114 h 120"/>
                  <a:gd name="T42" fmla="*/ 54 w 119"/>
                  <a:gd name="T43" fmla="*/ 108 h 120"/>
                  <a:gd name="T44" fmla="*/ 66 w 119"/>
                  <a:gd name="T45" fmla="*/ 100 h 120"/>
                  <a:gd name="T46" fmla="*/ 84 w 119"/>
                  <a:gd name="T47" fmla="*/ 86 h 120"/>
                  <a:gd name="T48" fmla="*/ 98 w 119"/>
                  <a:gd name="T49" fmla="*/ 89 h 120"/>
                  <a:gd name="T50" fmla="*/ 97 w 119"/>
                  <a:gd name="T51" fmla="*/ 75 h 120"/>
                  <a:gd name="T52" fmla="*/ 95 w 119"/>
                  <a:gd name="T53" fmla="*/ 60 h 120"/>
                  <a:gd name="T54" fmla="*/ 97 w 119"/>
                  <a:gd name="T55" fmla="*/ 45 h 120"/>
                  <a:gd name="T56" fmla="*/ 98 w 119"/>
                  <a:gd name="T57" fmla="*/ 31 h 120"/>
                  <a:gd name="T58" fmla="*/ 84 w 119"/>
                  <a:gd name="T59" fmla="*/ 34 h 120"/>
                  <a:gd name="T60" fmla="*/ 66 w 119"/>
                  <a:gd name="T61" fmla="*/ 19 h 120"/>
                  <a:gd name="T62" fmla="*/ 54 w 119"/>
                  <a:gd name="T63" fmla="*/ 12 h 120"/>
                  <a:gd name="T64" fmla="*/ 50 w 119"/>
                  <a:gd name="T65" fmla="*/ 25 h 120"/>
                  <a:gd name="T66" fmla="*/ 28 w 119"/>
                  <a:gd name="T67" fmla="*/ 34 h 120"/>
                  <a:gd name="T68" fmla="*/ 15 w 119"/>
                  <a:gd name="T69" fmla="*/ 41 h 120"/>
                  <a:gd name="T70" fmla="*/ 24 w 119"/>
                  <a:gd name="T71" fmla="*/ 51 h 120"/>
                  <a:gd name="T72" fmla="*/ 24 w 119"/>
                  <a:gd name="T73" fmla="*/ 68 h 120"/>
                  <a:gd name="T74" fmla="*/ 15 w 119"/>
                  <a:gd name="T75" fmla="*/ 78 h 120"/>
                  <a:gd name="T76" fmla="*/ 28 w 119"/>
                  <a:gd name="T77" fmla="*/ 85 h 120"/>
                  <a:gd name="T78" fmla="*/ 50 w 119"/>
                  <a:gd name="T79" fmla="*/ 94 h 120"/>
                  <a:gd name="T80" fmla="*/ 54 w 119"/>
                  <a:gd name="T81" fmla="*/ 108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9" h="120">
                    <a:moveTo>
                      <a:pt x="72" y="120"/>
                    </a:moveTo>
                    <a:cubicBezTo>
                      <a:pt x="48" y="120"/>
                      <a:pt x="48" y="120"/>
                      <a:pt x="48" y="120"/>
                    </a:cubicBezTo>
                    <a:cubicBezTo>
                      <a:pt x="45" y="120"/>
                      <a:pt x="42" y="117"/>
                      <a:pt x="42" y="114"/>
                    </a:cubicBezTo>
                    <a:cubicBezTo>
                      <a:pt x="42" y="104"/>
                      <a:pt x="42" y="104"/>
                      <a:pt x="42" y="104"/>
                    </a:cubicBezTo>
                    <a:cubicBezTo>
                      <a:pt x="38" y="102"/>
                      <a:pt x="34" y="100"/>
                      <a:pt x="30" y="97"/>
                    </a:cubicBezTo>
                    <a:cubicBezTo>
                      <a:pt x="21" y="102"/>
                      <a:pt x="21" y="102"/>
                      <a:pt x="21" y="102"/>
                    </a:cubicBezTo>
                    <a:cubicBezTo>
                      <a:pt x="19" y="104"/>
                      <a:pt x="15" y="103"/>
                      <a:pt x="13" y="100"/>
                    </a:cubicBezTo>
                    <a:cubicBezTo>
                      <a:pt x="1" y="79"/>
                      <a:pt x="1" y="79"/>
                      <a:pt x="1" y="79"/>
                    </a:cubicBezTo>
                    <a:cubicBezTo>
                      <a:pt x="1" y="78"/>
                      <a:pt x="0" y="76"/>
                      <a:pt x="1" y="75"/>
                    </a:cubicBezTo>
                    <a:cubicBezTo>
                      <a:pt x="1" y="73"/>
                      <a:pt x="2" y="72"/>
                      <a:pt x="4" y="71"/>
                    </a:cubicBezTo>
                    <a:cubicBezTo>
                      <a:pt x="12" y="66"/>
                      <a:pt x="12" y="66"/>
                      <a:pt x="12" y="66"/>
                    </a:cubicBezTo>
                    <a:cubicBezTo>
                      <a:pt x="12" y="64"/>
                      <a:pt x="11" y="62"/>
                      <a:pt x="11" y="60"/>
                    </a:cubicBezTo>
                    <a:cubicBezTo>
                      <a:pt x="11" y="57"/>
                      <a:pt x="12" y="55"/>
                      <a:pt x="12" y="53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2" y="47"/>
                      <a:pt x="1" y="46"/>
                      <a:pt x="1" y="45"/>
                    </a:cubicBezTo>
                    <a:cubicBezTo>
                      <a:pt x="0" y="43"/>
                      <a:pt x="1" y="41"/>
                      <a:pt x="2" y="40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5" y="16"/>
                      <a:pt x="19" y="15"/>
                      <a:pt x="22" y="17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4" y="19"/>
                      <a:pt x="38" y="17"/>
                      <a:pt x="42" y="15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2"/>
                      <a:pt x="45" y="0"/>
                      <a:pt x="48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6" y="0"/>
                      <a:pt x="78" y="2"/>
                      <a:pt x="78" y="6"/>
                    </a:cubicBezTo>
                    <a:cubicBezTo>
                      <a:pt x="78" y="15"/>
                      <a:pt x="78" y="15"/>
                      <a:pt x="78" y="15"/>
                    </a:cubicBezTo>
                    <a:cubicBezTo>
                      <a:pt x="82" y="17"/>
                      <a:pt x="86" y="19"/>
                      <a:pt x="89" y="22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8" y="16"/>
                      <a:pt x="100" y="16"/>
                      <a:pt x="102" y="16"/>
                    </a:cubicBezTo>
                    <a:cubicBezTo>
                      <a:pt x="103" y="17"/>
                      <a:pt x="105" y="18"/>
                      <a:pt x="105" y="19"/>
                    </a:cubicBezTo>
                    <a:cubicBezTo>
                      <a:pt x="117" y="40"/>
                      <a:pt x="117" y="40"/>
                      <a:pt x="117" y="40"/>
                    </a:cubicBezTo>
                    <a:cubicBezTo>
                      <a:pt x="119" y="43"/>
                      <a:pt x="118" y="47"/>
                      <a:pt x="115" y="48"/>
                    </a:cubicBezTo>
                    <a:cubicBezTo>
                      <a:pt x="107" y="53"/>
                      <a:pt x="107" y="53"/>
                      <a:pt x="107" y="53"/>
                    </a:cubicBezTo>
                    <a:cubicBezTo>
                      <a:pt x="107" y="55"/>
                      <a:pt x="107" y="57"/>
                      <a:pt x="107" y="60"/>
                    </a:cubicBezTo>
                    <a:cubicBezTo>
                      <a:pt x="107" y="62"/>
                      <a:pt x="107" y="64"/>
                      <a:pt x="107" y="66"/>
                    </a:cubicBezTo>
                    <a:cubicBezTo>
                      <a:pt x="115" y="71"/>
                      <a:pt x="115" y="71"/>
                      <a:pt x="115" y="71"/>
                    </a:cubicBezTo>
                    <a:cubicBezTo>
                      <a:pt x="118" y="73"/>
                      <a:pt x="119" y="76"/>
                      <a:pt x="117" y="79"/>
                    </a:cubicBezTo>
                    <a:cubicBezTo>
                      <a:pt x="106" y="100"/>
                      <a:pt x="106" y="100"/>
                      <a:pt x="106" y="100"/>
                    </a:cubicBezTo>
                    <a:cubicBezTo>
                      <a:pt x="105" y="101"/>
                      <a:pt x="103" y="102"/>
                      <a:pt x="102" y="103"/>
                    </a:cubicBezTo>
                    <a:cubicBezTo>
                      <a:pt x="100" y="103"/>
                      <a:pt x="99" y="103"/>
                      <a:pt x="97" y="102"/>
                    </a:cubicBezTo>
                    <a:cubicBezTo>
                      <a:pt x="89" y="97"/>
                      <a:pt x="89" y="97"/>
                      <a:pt x="89" y="97"/>
                    </a:cubicBezTo>
                    <a:cubicBezTo>
                      <a:pt x="86" y="100"/>
                      <a:pt x="82" y="102"/>
                      <a:pt x="78" y="10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7"/>
                      <a:pt x="76" y="120"/>
                      <a:pt x="72" y="120"/>
                    </a:cubicBezTo>
                    <a:close/>
                    <a:moveTo>
                      <a:pt x="54" y="108"/>
                    </a:moveTo>
                    <a:cubicBezTo>
                      <a:pt x="66" y="108"/>
                      <a:pt x="66" y="108"/>
                      <a:pt x="66" y="108"/>
                    </a:cubicBezTo>
                    <a:cubicBezTo>
                      <a:pt x="66" y="100"/>
                      <a:pt x="66" y="100"/>
                      <a:pt x="66" y="100"/>
                    </a:cubicBezTo>
                    <a:cubicBezTo>
                      <a:pt x="66" y="97"/>
                      <a:pt x="68" y="95"/>
                      <a:pt x="70" y="94"/>
                    </a:cubicBezTo>
                    <a:cubicBezTo>
                      <a:pt x="76" y="93"/>
                      <a:pt x="80" y="90"/>
                      <a:pt x="84" y="86"/>
                    </a:cubicBezTo>
                    <a:cubicBezTo>
                      <a:pt x="86" y="84"/>
                      <a:pt x="89" y="84"/>
                      <a:pt x="92" y="85"/>
                    </a:cubicBezTo>
                    <a:cubicBezTo>
                      <a:pt x="98" y="89"/>
                      <a:pt x="98" y="89"/>
                      <a:pt x="98" y="89"/>
                    </a:cubicBezTo>
                    <a:cubicBezTo>
                      <a:pt x="104" y="78"/>
                      <a:pt x="104" y="78"/>
                      <a:pt x="104" y="78"/>
                    </a:cubicBezTo>
                    <a:cubicBezTo>
                      <a:pt x="97" y="75"/>
                      <a:pt x="97" y="75"/>
                      <a:pt x="97" y="75"/>
                    </a:cubicBezTo>
                    <a:cubicBezTo>
                      <a:pt x="95" y="73"/>
                      <a:pt x="94" y="71"/>
                      <a:pt x="94" y="68"/>
                    </a:cubicBezTo>
                    <a:cubicBezTo>
                      <a:pt x="95" y="65"/>
                      <a:pt x="95" y="62"/>
                      <a:pt x="95" y="60"/>
                    </a:cubicBezTo>
                    <a:cubicBezTo>
                      <a:pt x="95" y="57"/>
                      <a:pt x="95" y="54"/>
                      <a:pt x="94" y="51"/>
                    </a:cubicBezTo>
                    <a:cubicBezTo>
                      <a:pt x="94" y="49"/>
                      <a:pt x="95" y="46"/>
                      <a:pt x="97" y="4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98" y="31"/>
                      <a:pt x="98" y="31"/>
                      <a:pt x="98" y="31"/>
                    </a:cubicBezTo>
                    <a:cubicBezTo>
                      <a:pt x="92" y="34"/>
                      <a:pt x="92" y="34"/>
                      <a:pt x="92" y="34"/>
                    </a:cubicBezTo>
                    <a:cubicBezTo>
                      <a:pt x="89" y="36"/>
                      <a:pt x="86" y="35"/>
                      <a:pt x="84" y="34"/>
                    </a:cubicBezTo>
                    <a:cubicBezTo>
                      <a:pt x="80" y="30"/>
                      <a:pt x="76" y="27"/>
                      <a:pt x="70" y="25"/>
                    </a:cubicBezTo>
                    <a:cubicBezTo>
                      <a:pt x="68" y="24"/>
                      <a:pt x="66" y="22"/>
                      <a:pt x="66" y="19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22"/>
                      <a:pt x="53" y="24"/>
                      <a:pt x="50" y="25"/>
                    </a:cubicBezTo>
                    <a:cubicBezTo>
                      <a:pt x="44" y="27"/>
                      <a:pt x="39" y="30"/>
                      <a:pt x="35" y="34"/>
                    </a:cubicBezTo>
                    <a:cubicBezTo>
                      <a:pt x="33" y="35"/>
                      <a:pt x="30" y="36"/>
                      <a:pt x="28" y="34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15" y="41"/>
                      <a:pt x="15" y="41"/>
                      <a:pt x="15" y="41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4" y="46"/>
                      <a:pt x="25" y="49"/>
                      <a:pt x="24" y="51"/>
                    </a:cubicBezTo>
                    <a:cubicBezTo>
                      <a:pt x="24" y="54"/>
                      <a:pt x="23" y="57"/>
                      <a:pt x="23" y="60"/>
                    </a:cubicBezTo>
                    <a:cubicBezTo>
                      <a:pt x="23" y="62"/>
                      <a:pt x="24" y="65"/>
                      <a:pt x="24" y="68"/>
                    </a:cubicBezTo>
                    <a:cubicBezTo>
                      <a:pt x="25" y="71"/>
                      <a:pt x="24" y="73"/>
                      <a:pt x="22" y="75"/>
                    </a:cubicBezTo>
                    <a:cubicBezTo>
                      <a:pt x="15" y="78"/>
                      <a:pt x="15" y="78"/>
                      <a:pt x="15" y="78"/>
                    </a:cubicBezTo>
                    <a:cubicBezTo>
                      <a:pt x="21" y="89"/>
                      <a:pt x="21" y="89"/>
                      <a:pt x="21" y="89"/>
                    </a:cubicBezTo>
                    <a:cubicBezTo>
                      <a:pt x="28" y="85"/>
                      <a:pt x="28" y="85"/>
                      <a:pt x="28" y="85"/>
                    </a:cubicBezTo>
                    <a:cubicBezTo>
                      <a:pt x="30" y="84"/>
                      <a:pt x="33" y="84"/>
                      <a:pt x="35" y="86"/>
                    </a:cubicBezTo>
                    <a:cubicBezTo>
                      <a:pt x="39" y="89"/>
                      <a:pt x="44" y="92"/>
                      <a:pt x="50" y="94"/>
                    </a:cubicBezTo>
                    <a:cubicBezTo>
                      <a:pt x="53" y="95"/>
                      <a:pt x="54" y="97"/>
                      <a:pt x="54" y="100"/>
                    </a:cubicBezTo>
                    <a:lnTo>
                      <a:pt x="54" y="1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E12018-9E91-4D6B-90C8-3C4EB784C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651616" y="2761347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95" name="Group 59" descr="Graph Diagonal Up">
              <a:extLst>
                <a:ext uri="{FF2B5EF4-FFF2-40B4-BE49-F238E27FC236}">
                  <a16:creationId xmlns:a16="http://schemas.microsoft.com/office/drawing/2014/main" id="{0997CFFB-FEA8-4F2B-853D-388357F618A7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075617" y="3217044"/>
              <a:ext cx="466978" cy="281356"/>
              <a:chOff x="6554" y="532"/>
              <a:chExt cx="400" cy="241"/>
            </a:xfrm>
            <a:solidFill>
              <a:schemeClr val="accent1"/>
            </a:solidFill>
          </p:grpSpPr>
          <p:sp>
            <p:nvSpPr>
              <p:cNvPr id="96" name="Freeform 60">
                <a:extLst>
                  <a:ext uri="{FF2B5EF4-FFF2-40B4-BE49-F238E27FC236}">
                    <a16:creationId xmlns:a16="http://schemas.microsoft.com/office/drawing/2014/main" id="{EA9500D0-5803-43EE-910B-21F5F8949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54" y="532"/>
                <a:ext cx="400" cy="241"/>
              </a:xfrm>
              <a:custGeom>
                <a:avLst/>
                <a:gdLst>
                  <a:gd name="T0" fmla="*/ 6 w 271"/>
                  <a:gd name="T1" fmla="*/ 163 h 163"/>
                  <a:gd name="T2" fmla="*/ 2 w 271"/>
                  <a:gd name="T3" fmla="*/ 161 h 163"/>
                  <a:gd name="T4" fmla="*/ 2 w 271"/>
                  <a:gd name="T5" fmla="*/ 153 h 163"/>
                  <a:gd name="T6" fmla="*/ 98 w 271"/>
                  <a:gd name="T7" fmla="*/ 45 h 163"/>
                  <a:gd name="T8" fmla="*/ 106 w 271"/>
                  <a:gd name="T9" fmla="*/ 44 h 163"/>
                  <a:gd name="T10" fmla="*/ 174 w 271"/>
                  <a:gd name="T11" fmla="*/ 100 h 163"/>
                  <a:gd name="T12" fmla="*/ 260 w 271"/>
                  <a:gd name="T13" fmla="*/ 3 h 163"/>
                  <a:gd name="T14" fmla="*/ 268 w 271"/>
                  <a:gd name="T15" fmla="*/ 2 h 163"/>
                  <a:gd name="T16" fmla="*/ 269 w 271"/>
                  <a:gd name="T17" fmla="*/ 11 h 163"/>
                  <a:gd name="T18" fmla="*/ 179 w 271"/>
                  <a:gd name="T19" fmla="*/ 113 h 163"/>
                  <a:gd name="T20" fmla="*/ 171 w 271"/>
                  <a:gd name="T21" fmla="*/ 113 h 163"/>
                  <a:gd name="T22" fmla="*/ 103 w 271"/>
                  <a:gd name="T23" fmla="*/ 57 h 163"/>
                  <a:gd name="T24" fmla="*/ 11 w 271"/>
                  <a:gd name="T25" fmla="*/ 161 h 163"/>
                  <a:gd name="T26" fmla="*/ 6 w 271"/>
                  <a:gd name="T27" fmla="*/ 163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1" h="163">
                    <a:moveTo>
                      <a:pt x="6" y="163"/>
                    </a:moveTo>
                    <a:cubicBezTo>
                      <a:pt x="5" y="163"/>
                      <a:pt x="4" y="162"/>
                      <a:pt x="2" y="161"/>
                    </a:cubicBezTo>
                    <a:cubicBezTo>
                      <a:pt x="0" y="159"/>
                      <a:pt x="0" y="155"/>
                      <a:pt x="2" y="153"/>
                    </a:cubicBezTo>
                    <a:cubicBezTo>
                      <a:pt x="98" y="45"/>
                      <a:pt x="98" y="45"/>
                      <a:pt x="98" y="45"/>
                    </a:cubicBezTo>
                    <a:cubicBezTo>
                      <a:pt x="100" y="42"/>
                      <a:pt x="104" y="42"/>
                      <a:pt x="106" y="44"/>
                    </a:cubicBezTo>
                    <a:cubicBezTo>
                      <a:pt x="174" y="100"/>
                      <a:pt x="174" y="100"/>
                      <a:pt x="174" y="100"/>
                    </a:cubicBezTo>
                    <a:cubicBezTo>
                      <a:pt x="260" y="3"/>
                      <a:pt x="260" y="3"/>
                      <a:pt x="260" y="3"/>
                    </a:cubicBezTo>
                    <a:cubicBezTo>
                      <a:pt x="262" y="0"/>
                      <a:pt x="266" y="0"/>
                      <a:pt x="268" y="2"/>
                    </a:cubicBezTo>
                    <a:cubicBezTo>
                      <a:pt x="271" y="5"/>
                      <a:pt x="271" y="8"/>
                      <a:pt x="269" y="11"/>
                    </a:cubicBezTo>
                    <a:cubicBezTo>
                      <a:pt x="179" y="113"/>
                      <a:pt x="179" y="113"/>
                      <a:pt x="179" y="113"/>
                    </a:cubicBezTo>
                    <a:cubicBezTo>
                      <a:pt x="177" y="115"/>
                      <a:pt x="173" y="116"/>
                      <a:pt x="171" y="113"/>
                    </a:cubicBezTo>
                    <a:cubicBezTo>
                      <a:pt x="103" y="57"/>
                      <a:pt x="103" y="57"/>
                      <a:pt x="103" y="57"/>
                    </a:cubicBezTo>
                    <a:cubicBezTo>
                      <a:pt x="11" y="161"/>
                      <a:pt x="11" y="161"/>
                      <a:pt x="11" y="161"/>
                    </a:cubicBezTo>
                    <a:cubicBezTo>
                      <a:pt x="10" y="162"/>
                      <a:pt x="8" y="163"/>
                      <a:pt x="6" y="16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  <p:sp>
            <p:nvSpPr>
              <p:cNvPr id="97" name="Freeform 61">
                <a:extLst>
                  <a:ext uri="{FF2B5EF4-FFF2-40B4-BE49-F238E27FC236}">
                    <a16:creationId xmlns:a16="http://schemas.microsoft.com/office/drawing/2014/main" id="{356CFF49-60EE-4647-B13A-DFA35C3D27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12" y="534"/>
                <a:ext cx="141" cy="124"/>
              </a:xfrm>
              <a:custGeom>
                <a:avLst/>
                <a:gdLst>
                  <a:gd name="T0" fmla="*/ 89 w 95"/>
                  <a:gd name="T1" fmla="*/ 84 h 84"/>
                  <a:gd name="T2" fmla="*/ 83 w 95"/>
                  <a:gd name="T3" fmla="*/ 78 h 84"/>
                  <a:gd name="T4" fmla="*/ 83 w 95"/>
                  <a:gd name="T5" fmla="*/ 12 h 84"/>
                  <a:gd name="T6" fmla="*/ 6 w 95"/>
                  <a:gd name="T7" fmla="*/ 12 h 84"/>
                  <a:gd name="T8" fmla="*/ 0 w 95"/>
                  <a:gd name="T9" fmla="*/ 6 h 84"/>
                  <a:gd name="T10" fmla="*/ 6 w 95"/>
                  <a:gd name="T11" fmla="*/ 0 h 84"/>
                  <a:gd name="T12" fmla="*/ 89 w 95"/>
                  <a:gd name="T13" fmla="*/ 0 h 84"/>
                  <a:gd name="T14" fmla="*/ 95 w 95"/>
                  <a:gd name="T15" fmla="*/ 6 h 84"/>
                  <a:gd name="T16" fmla="*/ 95 w 95"/>
                  <a:gd name="T17" fmla="*/ 78 h 84"/>
                  <a:gd name="T18" fmla="*/ 89 w 95"/>
                  <a:gd name="T19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" h="84">
                    <a:moveTo>
                      <a:pt x="89" y="84"/>
                    </a:moveTo>
                    <a:cubicBezTo>
                      <a:pt x="86" y="84"/>
                      <a:pt x="83" y="81"/>
                      <a:pt x="83" y="78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93" y="0"/>
                      <a:pt x="95" y="3"/>
                      <a:pt x="95" y="6"/>
                    </a:cubicBezTo>
                    <a:cubicBezTo>
                      <a:pt x="95" y="78"/>
                      <a:pt x="95" y="78"/>
                      <a:pt x="95" y="78"/>
                    </a:cubicBezTo>
                    <a:cubicBezTo>
                      <a:pt x="95" y="81"/>
                      <a:pt x="93" y="84"/>
                      <a:pt x="89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C866A9-08B3-40B6-BFA7-F1BC86FBE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922235" y="2761347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98" name="Group 60" descr="Chart: Columns and Nodes">
              <a:extLst>
                <a:ext uri="{FF2B5EF4-FFF2-40B4-BE49-F238E27FC236}">
                  <a16:creationId xmlns:a16="http://schemas.microsoft.com/office/drawing/2014/main" id="{523084B1-A668-4720-8AFB-70396E5E2A1E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29567" y="3117577"/>
              <a:ext cx="491836" cy="480291"/>
              <a:chOff x="6726" y="600"/>
              <a:chExt cx="426" cy="416"/>
            </a:xfrm>
            <a:solidFill>
              <a:schemeClr val="accent1"/>
            </a:solidFill>
          </p:grpSpPr>
          <p:sp>
            <p:nvSpPr>
              <p:cNvPr id="99" name="Freeform 61">
                <a:extLst>
                  <a:ext uri="{FF2B5EF4-FFF2-40B4-BE49-F238E27FC236}">
                    <a16:creationId xmlns:a16="http://schemas.microsoft.com/office/drawing/2014/main" id="{5535970F-2DCC-4FE6-8716-F29D88FBE1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6" y="999"/>
                <a:ext cx="426" cy="17"/>
              </a:xfrm>
              <a:custGeom>
                <a:avLst/>
                <a:gdLst>
                  <a:gd name="T0" fmla="*/ 282 w 288"/>
                  <a:gd name="T1" fmla="*/ 12 h 12"/>
                  <a:gd name="T2" fmla="*/ 6 w 288"/>
                  <a:gd name="T3" fmla="*/ 12 h 12"/>
                  <a:gd name="T4" fmla="*/ 0 w 288"/>
                  <a:gd name="T5" fmla="*/ 6 h 12"/>
                  <a:gd name="T6" fmla="*/ 6 w 288"/>
                  <a:gd name="T7" fmla="*/ 0 h 12"/>
                  <a:gd name="T8" fmla="*/ 282 w 288"/>
                  <a:gd name="T9" fmla="*/ 0 h 12"/>
                  <a:gd name="T10" fmla="*/ 288 w 288"/>
                  <a:gd name="T11" fmla="*/ 6 h 12"/>
                  <a:gd name="T12" fmla="*/ 282 w 28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8" h="12">
                    <a:moveTo>
                      <a:pt x="28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10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5" y="0"/>
                      <a:pt x="288" y="3"/>
                      <a:pt x="288" y="6"/>
                    </a:cubicBezTo>
                    <a:cubicBezTo>
                      <a:pt x="288" y="10"/>
                      <a:pt x="285" y="12"/>
                      <a:pt x="28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0" name="Freeform 62">
                <a:extLst>
                  <a:ext uri="{FF2B5EF4-FFF2-40B4-BE49-F238E27FC236}">
                    <a16:creationId xmlns:a16="http://schemas.microsoft.com/office/drawing/2014/main" id="{9317485F-00AD-4452-8E8E-664E019841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44" y="912"/>
                <a:ext cx="71" cy="104"/>
              </a:xfrm>
              <a:custGeom>
                <a:avLst/>
                <a:gdLst>
                  <a:gd name="T0" fmla="*/ 42 w 48"/>
                  <a:gd name="T1" fmla="*/ 72 h 72"/>
                  <a:gd name="T2" fmla="*/ 6 w 48"/>
                  <a:gd name="T3" fmla="*/ 72 h 72"/>
                  <a:gd name="T4" fmla="*/ 0 w 48"/>
                  <a:gd name="T5" fmla="*/ 66 h 72"/>
                  <a:gd name="T6" fmla="*/ 0 w 48"/>
                  <a:gd name="T7" fmla="*/ 6 h 72"/>
                  <a:gd name="T8" fmla="*/ 6 w 48"/>
                  <a:gd name="T9" fmla="*/ 0 h 72"/>
                  <a:gd name="T10" fmla="*/ 42 w 48"/>
                  <a:gd name="T11" fmla="*/ 0 h 72"/>
                  <a:gd name="T12" fmla="*/ 48 w 48"/>
                  <a:gd name="T13" fmla="*/ 6 h 72"/>
                  <a:gd name="T14" fmla="*/ 48 w 48"/>
                  <a:gd name="T15" fmla="*/ 66 h 72"/>
                  <a:gd name="T16" fmla="*/ 42 w 48"/>
                  <a:gd name="T17" fmla="*/ 72 h 72"/>
                  <a:gd name="T18" fmla="*/ 12 w 48"/>
                  <a:gd name="T19" fmla="*/ 60 h 72"/>
                  <a:gd name="T20" fmla="*/ 36 w 48"/>
                  <a:gd name="T21" fmla="*/ 60 h 72"/>
                  <a:gd name="T22" fmla="*/ 36 w 48"/>
                  <a:gd name="T23" fmla="*/ 12 h 72"/>
                  <a:gd name="T24" fmla="*/ 12 w 48"/>
                  <a:gd name="T25" fmla="*/ 12 h 72"/>
                  <a:gd name="T26" fmla="*/ 12 w 48"/>
                  <a:gd name="T27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72">
                    <a:moveTo>
                      <a:pt x="42" y="72"/>
                    </a:moveTo>
                    <a:cubicBezTo>
                      <a:pt x="6" y="72"/>
                      <a:pt x="6" y="72"/>
                      <a:pt x="6" y="72"/>
                    </a:cubicBezTo>
                    <a:cubicBezTo>
                      <a:pt x="2" y="72"/>
                      <a:pt x="0" y="70"/>
                      <a:pt x="0" y="6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3"/>
                      <a:pt x="48" y="6"/>
                    </a:cubicBezTo>
                    <a:cubicBezTo>
                      <a:pt x="48" y="66"/>
                      <a:pt x="48" y="66"/>
                      <a:pt x="48" y="66"/>
                    </a:cubicBezTo>
                    <a:cubicBezTo>
                      <a:pt x="48" y="70"/>
                      <a:pt x="45" y="72"/>
                      <a:pt x="42" y="72"/>
                    </a:cubicBezTo>
                    <a:close/>
                    <a:moveTo>
                      <a:pt x="12" y="60"/>
                    </a:moveTo>
                    <a:cubicBezTo>
                      <a:pt x="36" y="60"/>
                      <a:pt x="36" y="60"/>
                      <a:pt x="36" y="60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1" name="Freeform 63">
                <a:extLst>
                  <a:ext uri="{FF2B5EF4-FFF2-40B4-BE49-F238E27FC236}">
                    <a16:creationId xmlns:a16="http://schemas.microsoft.com/office/drawing/2014/main" id="{E5914A84-591B-422D-8B99-BA1B3A062A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50" y="826"/>
                <a:ext cx="71" cy="190"/>
              </a:xfrm>
              <a:custGeom>
                <a:avLst/>
                <a:gdLst>
                  <a:gd name="T0" fmla="*/ 42 w 48"/>
                  <a:gd name="T1" fmla="*/ 132 h 132"/>
                  <a:gd name="T2" fmla="*/ 6 w 48"/>
                  <a:gd name="T3" fmla="*/ 132 h 132"/>
                  <a:gd name="T4" fmla="*/ 0 w 48"/>
                  <a:gd name="T5" fmla="*/ 126 h 132"/>
                  <a:gd name="T6" fmla="*/ 0 w 48"/>
                  <a:gd name="T7" fmla="*/ 6 h 132"/>
                  <a:gd name="T8" fmla="*/ 6 w 48"/>
                  <a:gd name="T9" fmla="*/ 0 h 132"/>
                  <a:gd name="T10" fmla="*/ 42 w 48"/>
                  <a:gd name="T11" fmla="*/ 0 h 132"/>
                  <a:gd name="T12" fmla="*/ 48 w 48"/>
                  <a:gd name="T13" fmla="*/ 6 h 132"/>
                  <a:gd name="T14" fmla="*/ 48 w 48"/>
                  <a:gd name="T15" fmla="*/ 126 h 132"/>
                  <a:gd name="T16" fmla="*/ 42 w 48"/>
                  <a:gd name="T17" fmla="*/ 132 h 132"/>
                  <a:gd name="T18" fmla="*/ 12 w 48"/>
                  <a:gd name="T19" fmla="*/ 120 h 132"/>
                  <a:gd name="T20" fmla="*/ 36 w 48"/>
                  <a:gd name="T21" fmla="*/ 120 h 132"/>
                  <a:gd name="T22" fmla="*/ 36 w 48"/>
                  <a:gd name="T23" fmla="*/ 12 h 132"/>
                  <a:gd name="T24" fmla="*/ 12 w 48"/>
                  <a:gd name="T25" fmla="*/ 12 h 132"/>
                  <a:gd name="T26" fmla="*/ 12 w 48"/>
                  <a:gd name="T27" fmla="*/ 12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132">
                    <a:moveTo>
                      <a:pt x="42" y="132"/>
                    </a:moveTo>
                    <a:cubicBezTo>
                      <a:pt x="6" y="132"/>
                      <a:pt x="6" y="132"/>
                      <a:pt x="6" y="132"/>
                    </a:cubicBezTo>
                    <a:cubicBezTo>
                      <a:pt x="2" y="132"/>
                      <a:pt x="0" y="130"/>
                      <a:pt x="0" y="1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3"/>
                      <a:pt x="48" y="6"/>
                    </a:cubicBezTo>
                    <a:cubicBezTo>
                      <a:pt x="48" y="126"/>
                      <a:pt x="48" y="126"/>
                      <a:pt x="48" y="126"/>
                    </a:cubicBezTo>
                    <a:cubicBezTo>
                      <a:pt x="48" y="130"/>
                      <a:pt x="45" y="132"/>
                      <a:pt x="42" y="132"/>
                    </a:cubicBezTo>
                    <a:close/>
                    <a:moveTo>
                      <a:pt x="12" y="120"/>
                    </a:moveTo>
                    <a:cubicBezTo>
                      <a:pt x="36" y="120"/>
                      <a:pt x="36" y="120"/>
                      <a:pt x="36" y="120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2" name="Freeform 64">
                <a:extLst>
                  <a:ext uri="{FF2B5EF4-FFF2-40B4-BE49-F238E27FC236}">
                    <a16:creationId xmlns:a16="http://schemas.microsoft.com/office/drawing/2014/main" id="{C6FCE000-F409-497D-B143-F0633D1F2E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57" y="860"/>
                <a:ext cx="71" cy="156"/>
              </a:xfrm>
              <a:custGeom>
                <a:avLst/>
                <a:gdLst>
                  <a:gd name="T0" fmla="*/ 42 w 48"/>
                  <a:gd name="T1" fmla="*/ 108 h 108"/>
                  <a:gd name="T2" fmla="*/ 6 w 48"/>
                  <a:gd name="T3" fmla="*/ 108 h 108"/>
                  <a:gd name="T4" fmla="*/ 0 w 48"/>
                  <a:gd name="T5" fmla="*/ 102 h 108"/>
                  <a:gd name="T6" fmla="*/ 0 w 48"/>
                  <a:gd name="T7" fmla="*/ 6 h 108"/>
                  <a:gd name="T8" fmla="*/ 6 w 48"/>
                  <a:gd name="T9" fmla="*/ 0 h 108"/>
                  <a:gd name="T10" fmla="*/ 42 w 48"/>
                  <a:gd name="T11" fmla="*/ 0 h 108"/>
                  <a:gd name="T12" fmla="*/ 48 w 48"/>
                  <a:gd name="T13" fmla="*/ 6 h 108"/>
                  <a:gd name="T14" fmla="*/ 48 w 48"/>
                  <a:gd name="T15" fmla="*/ 102 h 108"/>
                  <a:gd name="T16" fmla="*/ 42 w 48"/>
                  <a:gd name="T17" fmla="*/ 108 h 108"/>
                  <a:gd name="T18" fmla="*/ 12 w 48"/>
                  <a:gd name="T19" fmla="*/ 96 h 108"/>
                  <a:gd name="T20" fmla="*/ 36 w 48"/>
                  <a:gd name="T21" fmla="*/ 96 h 108"/>
                  <a:gd name="T22" fmla="*/ 36 w 48"/>
                  <a:gd name="T23" fmla="*/ 12 h 108"/>
                  <a:gd name="T24" fmla="*/ 12 w 48"/>
                  <a:gd name="T25" fmla="*/ 12 h 108"/>
                  <a:gd name="T26" fmla="*/ 12 w 48"/>
                  <a:gd name="T27" fmla="*/ 9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108">
                    <a:moveTo>
                      <a:pt x="42" y="108"/>
                    </a:moveTo>
                    <a:cubicBezTo>
                      <a:pt x="6" y="108"/>
                      <a:pt x="6" y="108"/>
                      <a:pt x="6" y="108"/>
                    </a:cubicBezTo>
                    <a:cubicBezTo>
                      <a:pt x="2" y="108"/>
                      <a:pt x="0" y="106"/>
                      <a:pt x="0" y="10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3"/>
                      <a:pt x="48" y="6"/>
                    </a:cubicBezTo>
                    <a:cubicBezTo>
                      <a:pt x="48" y="102"/>
                      <a:pt x="48" y="102"/>
                      <a:pt x="48" y="102"/>
                    </a:cubicBezTo>
                    <a:cubicBezTo>
                      <a:pt x="48" y="106"/>
                      <a:pt x="45" y="108"/>
                      <a:pt x="42" y="108"/>
                    </a:cubicBezTo>
                    <a:close/>
                    <a:moveTo>
                      <a:pt x="12" y="96"/>
                    </a:move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3" name="Freeform 65">
                <a:extLst>
                  <a:ext uri="{FF2B5EF4-FFF2-40B4-BE49-F238E27FC236}">
                    <a16:creationId xmlns:a16="http://schemas.microsoft.com/office/drawing/2014/main" id="{0E4A4856-872F-4D46-95C3-0BB0E886E0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3" y="739"/>
                <a:ext cx="71" cy="277"/>
              </a:xfrm>
              <a:custGeom>
                <a:avLst/>
                <a:gdLst>
                  <a:gd name="T0" fmla="*/ 42 w 48"/>
                  <a:gd name="T1" fmla="*/ 192 h 192"/>
                  <a:gd name="T2" fmla="*/ 6 w 48"/>
                  <a:gd name="T3" fmla="*/ 192 h 192"/>
                  <a:gd name="T4" fmla="*/ 0 w 48"/>
                  <a:gd name="T5" fmla="*/ 186 h 192"/>
                  <a:gd name="T6" fmla="*/ 0 w 48"/>
                  <a:gd name="T7" fmla="*/ 6 h 192"/>
                  <a:gd name="T8" fmla="*/ 6 w 48"/>
                  <a:gd name="T9" fmla="*/ 0 h 192"/>
                  <a:gd name="T10" fmla="*/ 42 w 48"/>
                  <a:gd name="T11" fmla="*/ 0 h 192"/>
                  <a:gd name="T12" fmla="*/ 48 w 48"/>
                  <a:gd name="T13" fmla="*/ 6 h 192"/>
                  <a:gd name="T14" fmla="*/ 48 w 48"/>
                  <a:gd name="T15" fmla="*/ 186 h 192"/>
                  <a:gd name="T16" fmla="*/ 42 w 48"/>
                  <a:gd name="T17" fmla="*/ 192 h 192"/>
                  <a:gd name="T18" fmla="*/ 12 w 48"/>
                  <a:gd name="T19" fmla="*/ 180 h 192"/>
                  <a:gd name="T20" fmla="*/ 36 w 48"/>
                  <a:gd name="T21" fmla="*/ 180 h 192"/>
                  <a:gd name="T22" fmla="*/ 36 w 48"/>
                  <a:gd name="T23" fmla="*/ 12 h 192"/>
                  <a:gd name="T24" fmla="*/ 12 w 48"/>
                  <a:gd name="T25" fmla="*/ 12 h 192"/>
                  <a:gd name="T26" fmla="*/ 12 w 48"/>
                  <a:gd name="T27" fmla="*/ 18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192">
                    <a:moveTo>
                      <a:pt x="42" y="192"/>
                    </a:moveTo>
                    <a:cubicBezTo>
                      <a:pt x="6" y="192"/>
                      <a:pt x="6" y="192"/>
                      <a:pt x="6" y="192"/>
                    </a:cubicBezTo>
                    <a:cubicBezTo>
                      <a:pt x="2" y="192"/>
                      <a:pt x="0" y="190"/>
                      <a:pt x="0" y="18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3"/>
                      <a:pt x="48" y="6"/>
                    </a:cubicBezTo>
                    <a:cubicBezTo>
                      <a:pt x="48" y="186"/>
                      <a:pt x="48" y="186"/>
                      <a:pt x="48" y="186"/>
                    </a:cubicBezTo>
                    <a:cubicBezTo>
                      <a:pt x="48" y="190"/>
                      <a:pt x="45" y="192"/>
                      <a:pt x="42" y="192"/>
                    </a:cubicBezTo>
                    <a:close/>
                    <a:moveTo>
                      <a:pt x="12" y="180"/>
                    </a:moveTo>
                    <a:cubicBezTo>
                      <a:pt x="36" y="180"/>
                      <a:pt x="36" y="180"/>
                      <a:pt x="36" y="180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4" name="Freeform 66">
                <a:extLst>
                  <a:ext uri="{FF2B5EF4-FFF2-40B4-BE49-F238E27FC236}">
                    <a16:creationId xmlns:a16="http://schemas.microsoft.com/office/drawing/2014/main" id="{064DEF06-9115-43F0-A721-AC2EDDBCF17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53" y="774"/>
                <a:ext cx="53" cy="52"/>
              </a:xfrm>
              <a:custGeom>
                <a:avLst/>
                <a:gdLst>
                  <a:gd name="T0" fmla="*/ 18 w 36"/>
                  <a:gd name="T1" fmla="*/ 36 h 36"/>
                  <a:gd name="T2" fmla="*/ 0 w 36"/>
                  <a:gd name="T3" fmla="*/ 18 h 36"/>
                  <a:gd name="T4" fmla="*/ 18 w 36"/>
                  <a:gd name="T5" fmla="*/ 0 h 36"/>
                  <a:gd name="T6" fmla="*/ 36 w 36"/>
                  <a:gd name="T7" fmla="*/ 18 h 36"/>
                  <a:gd name="T8" fmla="*/ 18 w 36"/>
                  <a:gd name="T9" fmla="*/ 36 h 36"/>
                  <a:gd name="T10" fmla="*/ 18 w 36"/>
                  <a:gd name="T11" fmla="*/ 12 h 36"/>
                  <a:gd name="T12" fmla="*/ 12 w 36"/>
                  <a:gd name="T13" fmla="*/ 18 h 36"/>
                  <a:gd name="T14" fmla="*/ 18 w 36"/>
                  <a:gd name="T15" fmla="*/ 24 h 36"/>
                  <a:gd name="T16" fmla="*/ 24 w 36"/>
                  <a:gd name="T17" fmla="*/ 18 h 36"/>
                  <a:gd name="T18" fmla="*/ 18 w 36"/>
                  <a:gd name="T19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8" y="36"/>
                      <a:pt x="0" y="28"/>
                      <a:pt x="0" y="18"/>
                    </a:cubicBezTo>
                    <a:cubicBezTo>
                      <a:pt x="0" y="9"/>
                      <a:pt x="8" y="0"/>
                      <a:pt x="18" y="0"/>
                    </a:cubicBezTo>
                    <a:cubicBezTo>
                      <a:pt x="28" y="0"/>
                      <a:pt x="36" y="9"/>
                      <a:pt x="36" y="18"/>
                    </a:cubicBezTo>
                    <a:cubicBezTo>
                      <a:pt x="36" y="28"/>
                      <a:pt x="28" y="36"/>
                      <a:pt x="18" y="36"/>
                    </a:cubicBezTo>
                    <a:close/>
                    <a:moveTo>
                      <a:pt x="18" y="12"/>
                    </a:moveTo>
                    <a:cubicBezTo>
                      <a:pt x="14" y="12"/>
                      <a:pt x="12" y="15"/>
                      <a:pt x="12" y="18"/>
                    </a:cubicBezTo>
                    <a:cubicBezTo>
                      <a:pt x="12" y="22"/>
                      <a:pt x="14" y="24"/>
                      <a:pt x="18" y="24"/>
                    </a:cubicBezTo>
                    <a:cubicBezTo>
                      <a:pt x="21" y="24"/>
                      <a:pt x="24" y="22"/>
                      <a:pt x="24" y="18"/>
                    </a:cubicBezTo>
                    <a:cubicBezTo>
                      <a:pt x="24" y="15"/>
                      <a:pt x="21" y="12"/>
                      <a:pt x="1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5" name="Freeform 67">
                <a:extLst>
                  <a:ext uri="{FF2B5EF4-FFF2-40B4-BE49-F238E27FC236}">
                    <a16:creationId xmlns:a16="http://schemas.microsoft.com/office/drawing/2014/main" id="{FF211E7D-2032-4E96-9E03-A035F252DFD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59" y="687"/>
                <a:ext cx="53" cy="52"/>
              </a:xfrm>
              <a:custGeom>
                <a:avLst/>
                <a:gdLst>
                  <a:gd name="T0" fmla="*/ 18 w 36"/>
                  <a:gd name="T1" fmla="*/ 36 h 36"/>
                  <a:gd name="T2" fmla="*/ 0 w 36"/>
                  <a:gd name="T3" fmla="*/ 18 h 36"/>
                  <a:gd name="T4" fmla="*/ 18 w 36"/>
                  <a:gd name="T5" fmla="*/ 0 h 36"/>
                  <a:gd name="T6" fmla="*/ 36 w 36"/>
                  <a:gd name="T7" fmla="*/ 18 h 36"/>
                  <a:gd name="T8" fmla="*/ 18 w 36"/>
                  <a:gd name="T9" fmla="*/ 36 h 36"/>
                  <a:gd name="T10" fmla="*/ 18 w 36"/>
                  <a:gd name="T11" fmla="*/ 12 h 36"/>
                  <a:gd name="T12" fmla="*/ 12 w 36"/>
                  <a:gd name="T13" fmla="*/ 18 h 36"/>
                  <a:gd name="T14" fmla="*/ 18 w 36"/>
                  <a:gd name="T15" fmla="*/ 24 h 36"/>
                  <a:gd name="T16" fmla="*/ 24 w 36"/>
                  <a:gd name="T17" fmla="*/ 18 h 36"/>
                  <a:gd name="T18" fmla="*/ 18 w 36"/>
                  <a:gd name="T19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8" y="36"/>
                      <a:pt x="0" y="28"/>
                      <a:pt x="0" y="18"/>
                    </a:cubicBezTo>
                    <a:cubicBezTo>
                      <a:pt x="0" y="9"/>
                      <a:pt x="8" y="0"/>
                      <a:pt x="18" y="0"/>
                    </a:cubicBezTo>
                    <a:cubicBezTo>
                      <a:pt x="28" y="0"/>
                      <a:pt x="36" y="9"/>
                      <a:pt x="36" y="18"/>
                    </a:cubicBezTo>
                    <a:cubicBezTo>
                      <a:pt x="36" y="28"/>
                      <a:pt x="28" y="36"/>
                      <a:pt x="18" y="36"/>
                    </a:cubicBezTo>
                    <a:close/>
                    <a:moveTo>
                      <a:pt x="18" y="12"/>
                    </a:moveTo>
                    <a:cubicBezTo>
                      <a:pt x="14" y="12"/>
                      <a:pt x="12" y="15"/>
                      <a:pt x="12" y="18"/>
                    </a:cubicBezTo>
                    <a:cubicBezTo>
                      <a:pt x="12" y="22"/>
                      <a:pt x="14" y="24"/>
                      <a:pt x="18" y="24"/>
                    </a:cubicBezTo>
                    <a:cubicBezTo>
                      <a:pt x="21" y="24"/>
                      <a:pt x="24" y="22"/>
                      <a:pt x="24" y="18"/>
                    </a:cubicBezTo>
                    <a:cubicBezTo>
                      <a:pt x="24" y="15"/>
                      <a:pt x="21" y="12"/>
                      <a:pt x="1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6" name="Freeform 68">
                <a:extLst>
                  <a:ext uri="{FF2B5EF4-FFF2-40B4-BE49-F238E27FC236}">
                    <a16:creationId xmlns:a16="http://schemas.microsoft.com/office/drawing/2014/main" id="{CF69C0A6-FBB7-481E-893D-EF4597928F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66" y="722"/>
                <a:ext cx="53" cy="52"/>
              </a:xfrm>
              <a:custGeom>
                <a:avLst/>
                <a:gdLst>
                  <a:gd name="T0" fmla="*/ 18 w 36"/>
                  <a:gd name="T1" fmla="*/ 36 h 36"/>
                  <a:gd name="T2" fmla="*/ 0 w 36"/>
                  <a:gd name="T3" fmla="*/ 18 h 36"/>
                  <a:gd name="T4" fmla="*/ 18 w 36"/>
                  <a:gd name="T5" fmla="*/ 0 h 36"/>
                  <a:gd name="T6" fmla="*/ 36 w 36"/>
                  <a:gd name="T7" fmla="*/ 18 h 36"/>
                  <a:gd name="T8" fmla="*/ 18 w 36"/>
                  <a:gd name="T9" fmla="*/ 36 h 36"/>
                  <a:gd name="T10" fmla="*/ 18 w 36"/>
                  <a:gd name="T11" fmla="*/ 12 h 36"/>
                  <a:gd name="T12" fmla="*/ 12 w 36"/>
                  <a:gd name="T13" fmla="*/ 18 h 36"/>
                  <a:gd name="T14" fmla="*/ 18 w 36"/>
                  <a:gd name="T15" fmla="*/ 24 h 36"/>
                  <a:gd name="T16" fmla="*/ 24 w 36"/>
                  <a:gd name="T17" fmla="*/ 18 h 36"/>
                  <a:gd name="T18" fmla="*/ 18 w 36"/>
                  <a:gd name="T19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8" y="36"/>
                      <a:pt x="0" y="28"/>
                      <a:pt x="0" y="18"/>
                    </a:cubicBezTo>
                    <a:cubicBezTo>
                      <a:pt x="0" y="9"/>
                      <a:pt x="8" y="0"/>
                      <a:pt x="18" y="0"/>
                    </a:cubicBezTo>
                    <a:cubicBezTo>
                      <a:pt x="28" y="0"/>
                      <a:pt x="36" y="9"/>
                      <a:pt x="36" y="18"/>
                    </a:cubicBezTo>
                    <a:cubicBezTo>
                      <a:pt x="36" y="28"/>
                      <a:pt x="28" y="36"/>
                      <a:pt x="18" y="36"/>
                    </a:cubicBezTo>
                    <a:close/>
                    <a:moveTo>
                      <a:pt x="18" y="12"/>
                    </a:moveTo>
                    <a:cubicBezTo>
                      <a:pt x="14" y="12"/>
                      <a:pt x="12" y="15"/>
                      <a:pt x="12" y="18"/>
                    </a:cubicBezTo>
                    <a:cubicBezTo>
                      <a:pt x="12" y="22"/>
                      <a:pt x="14" y="24"/>
                      <a:pt x="18" y="24"/>
                    </a:cubicBezTo>
                    <a:cubicBezTo>
                      <a:pt x="21" y="24"/>
                      <a:pt x="24" y="22"/>
                      <a:pt x="24" y="18"/>
                    </a:cubicBezTo>
                    <a:cubicBezTo>
                      <a:pt x="24" y="15"/>
                      <a:pt x="21" y="12"/>
                      <a:pt x="1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7" name="Freeform 69">
                <a:extLst>
                  <a:ext uri="{FF2B5EF4-FFF2-40B4-BE49-F238E27FC236}">
                    <a16:creationId xmlns:a16="http://schemas.microsoft.com/office/drawing/2014/main" id="{13B2D9C4-6FC7-4BE6-9547-0840C7AF2F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2" y="600"/>
                <a:ext cx="54" cy="52"/>
              </a:xfrm>
              <a:custGeom>
                <a:avLst/>
                <a:gdLst>
                  <a:gd name="T0" fmla="*/ 18 w 36"/>
                  <a:gd name="T1" fmla="*/ 36 h 36"/>
                  <a:gd name="T2" fmla="*/ 0 w 36"/>
                  <a:gd name="T3" fmla="*/ 18 h 36"/>
                  <a:gd name="T4" fmla="*/ 18 w 36"/>
                  <a:gd name="T5" fmla="*/ 0 h 36"/>
                  <a:gd name="T6" fmla="*/ 36 w 36"/>
                  <a:gd name="T7" fmla="*/ 18 h 36"/>
                  <a:gd name="T8" fmla="*/ 18 w 36"/>
                  <a:gd name="T9" fmla="*/ 36 h 36"/>
                  <a:gd name="T10" fmla="*/ 18 w 36"/>
                  <a:gd name="T11" fmla="*/ 12 h 36"/>
                  <a:gd name="T12" fmla="*/ 12 w 36"/>
                  <a:gd name="T13" fmla="*/ 18 h 36"/>
                  <a:gd name="T14" fmla="*/ 18 w 36"/>
                  <a:gd name="T15" fmla="*/ 24 h 36"/>
                  <a:gd name="T16" fmla="*/ 24 w 36"/>
                  <a:gd name="T17" fmla="*/ 18 h 36"/>
                  <a:gd name="T18" fmla="*/ 18 w 36"/>
                  <a:gd name="T19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8" y="36"/>
                      <a:pt x="0" y="28"/>
                      <a:pt x="0" y="18"/>
                    </a:cubicBezTo>
                    <a:cubicBezTo>
                      <a:pt x="0" y="9"/>
                      <a:pt x="8" y="0"/>
                      <a:pt x="18" y="0"/>
                    </a:cubicBezTo>
                    <a:cubicBezTo>
                      <a:pt x="28" y="0"/>
                      <a:pt x="36" y="9"/>
                      <a:pt x="36" y="18"/>
                    </a:cubicBezTo>
                    <a:cubicBezTo>
                      <a:pt x="36" y="28"/>
                      <a:pt x="28" y="36"/>
                      <a:pt x="18" y="36"/>
                    </a:cubicBezTo>
                    <a:close/>
                    <a:moveTo>
                      <a:pt x="18" y="12"/>
                    </a:moveTo>
                    <a:cubicBezTo>
                      <a:pt x="14" y="12"/>
                      <a:pt x="12" y="15"/>
                      <a:pt x="12" y="18"/>
                    </a:cubicBezTo>
                    <a:cubicBezTo>
                      <a:pt x="12" y="22"/>
                      <a:pt x="14" y="24"/>
                      <a:pt x="18" y="24"/>
                    </a:cubicBezTo>
                    <a:cubicBezTo>
                      <a:pt x="21" y="24"/>
                      <a:pt x="24" y="22"/>
                      <a:pt x="24" y="18"/>
                    </a:cubicBezTo>
                    <a:cubicBezTo>
                      <a:pt x="24" y="15"/>
                      <a:pt x="21" y="12"/>
                      <a:pt x="1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8" name="Freeform 70">
                <a:extLst>
                  <a:ext uri="{FF2B5EF4-FFF2-40B4-BE49-F238E27FC236}">
                    <a16:creationId xmlns:a16="http://schemas.microsoft.com/office/drawing/2014/main" id="{B9751677-D1D6-45BF-B19A-9945F3A8A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82" y="714"/>
                <a:ext cx="99" cy="84"/>
              </a:xfrm>
              <a:custGeom>
                <a:avLst/>
                <a:gdLst>
                  <a:gd name="T0" fmla="*/ 7 w 67"/>
                  <a:gd name="T1" fmla="*/ 58 h 58"/>
                  <a:gd name="T2" fmla="*/ 2 w 67"/>
                  <a:gd name="T3" fmla="*/ 56 h 58"/>
                  <a:gd name="T4" fmla="*/ 3 w 67"/>
                  <a:gd name="T5" fmla="*/ 47 h 58"/>
                  <a:gd name="T6" fmla="*/ 57 w 67"/>
                  <a:gd name="T7" fmla="*/ 3 h 58"/>
                  <a:gd name="T8" fmla="*/ 65 w 67"/>
                  <a:gd name="T9" fmla="*/ 3 h 58"/>
                  <a:gd name="T10" fmla="*/ 64 w 67"/>
                  <a:gd name="T11" fmla="*/ 12 h 58"/>
                  <a:gd name="T12" fmla="*/ 11 w 67"/>
                  <a:gd name="T13" fmla="*/ 56 h 58"/>
                  <a:gd name="T14" fmla="*/ 7 w 67"/>
                  <a:gd name="T15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" h="58">
                    <a:moveTo>
                      <a:pt x="7" y="58"/>
                    </a:moveTo>
                    <a:cubicBezTo>
                      <a:pt x="5" y="58"/>
                      <a:pt x="3" y="57"/>
                      <a:pt x="2" y="56"/>
                    </a:cubicBezTo>
                    <a:cubicBezTo>
                      <a:pt x="0" y="53"/>
                      <a:pt x="0" y="49"/>
                      <a:pt x="3" y="47"/>
                    </a:cubicBezTo>
                    <a:cubicBezTo>
                      <a:pt x="57" y="3"/>
                      <a:pt x="57" y="3"/>
                      <a:pt x="57" y="3"/>
                    </a:cubicBezTo>
                    <a:cubicBezTo>
                      <a:pt x="59" y="0"/>
                      <a:pt x="63" y="1"/>
                      <a:pt x="65" y="3"/>
                    </a:cubicBezTo>
                    <a:cubicBezTo>
                      <a:pt x="67" y="6"/>
                      <a:pt x="67" y="10"/>
                      <a:pt x="64" y="12"/>
                    </a:cubicBezTo>
                    <a:cubicBezTo>
                      <a:pt x="11" y="56"/>
                      <a:pt x="11" y="56"/>
                      <a:pt x="11" y="56"/>
                    </a:cubicBezTo>
                    <a:cubicBezTo>
                      <a:pt x="10" y="57"/>
                      <a:pt x="8" y="58"/>
                      <a:pt x="7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9" name="Freeform 71">
                <a:extLst>
                  <a:ext uri="{FF2B5EF4-FFF2-40B4-BE49-F238E27FC236}">
                    <a16:creationId xmlns:a16="http://schemas.microsoft.com/office/drawing/2014/main" id="{67191D81-F1D5-4746-B9FF-2ADB66CC7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2" y="708"/>
                <a:ext cx="93" cy="44"/>
              </a:xfrm>
              <a:custGeom>
                <a:avLst/>
                <a:gdLst>
                  <a:gd name="T0" fmla="*/ 57 w 63"/>
                  <a:gd name="T1" fmla="*/ 30 h 30"/>
                  <a:gd name="T2" fmla="*/ 55 w 63"/>
                  <a:gd name="T3" fmla="*/ 29 h 30"/>
                  <a:gd name="T4" fmla="*/ 5 w 63"/>
                  <a:gd name="T5" fmla="*/ 13 h 30"/>
                  <a:gd name="T6" fmla="*/ 1 w 63"/>
                  <a:gd name="T7" fmla="*/ 5 h 30"/>
                  <a:gd name="T8" fmla="*/ 9 w 63"/>
                  <a:gd name="T9" fmla="*/ 2 h 30"/>
                  <a:gd name="T10" fmla="*/ 58 w 63"/>
                  <a:gd name="T11" fmla="*/ 18 h 30"/>
                  <a:gd name="T12" fmla="*/ 62 w 63"/>
                  <a:gd name="T13" fmla="*/ 26 h 30"/>
                  <a:gd name="T14" fmla="*/ 57 w 63"/>
                  <a:gd name="T15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3" h="30">
                    <a:moveTo>
                      <a:pt x="57" y="30"/>
                    </a:moveTo>
                    <a:cubicBezTo>
                      <a:pt x="56" y="30"/>
                      <a:pt x="55" y="30"/>
                      <a:pt x="55" y="29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2" y="2"/>
                      <a:pt x="6" y="0"/>
                      <a:pt x="9" y="2"/>
                    </a:cubicBezTo>
                    <a:cubicBezTo>
                      <a:pt x="58" y="18"/>
                      <a:pt x="58" y="18"/>
                      <a:pt x="58" y="18"/>
                    </a:cubicBezTo>
                    <a:cubicBezTo>
                      <a:pt x="62" y="19"/>
                      <a:pt x="63" y="23"/>
                      <a:pt x="62" y="26"/>
                    </a:cubicBezTo>
                    <a:cubicBezTo>
                      <a:pt x="61" y="28"/>
                      <a:pt x="59" y="30"/>
                      <a:pt x="57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0" name="Freeform 72">
                <a:extLst>
                  <a:ext uri="{FF2B5EF4-FFF2-40B4-BE49-F238E27FC236}">
                    <a16:creationId xmlns:a16="http://schemas.microsoft.com/office/drawing/2014/main" id="{5668B526-4455-428A-8475-6C0372AEDA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4" y="630"/>
                <a:ext cx="103" cy="113"/>
              </a:xfrm>
              <a:custGeom>
                <a:avLst/>
                <a:gdLst>
                  <a:gd name="T0" fmla="*/ 6 w 70"/>
                  <a:gd name="T1" fmla="*/ 78 h 78"/>
                  <a:gd name="T2" fmla="*/ 3 w 70"/>
                  <a:gd name="T3" fmla="*/ 77 h 78"/>
                  <a:gd name="T4" fmla="*/ 2 w 70"/>
                  <a:gd name="T5" fmla="*/ 68 h 78"/>
                  <a:gd name="T6" fmla="*/ 58 w 70"/>
                  <a:gd name="T7" fmla="*/ 3 h 78"/>
                  <a:gd name="T8" fmla="*/ 67 w 70"/>
                  <a:gd name="T9" fmla="*/ 2 h 78"/>
                  <a:gd name="T10" fmla="*/ 67 w 70"/>
                  <a:gd name="T11" fmla="*/ 10 h 78"/>
                  <a:gd name="T12" fmla="*/ 11 w 70"/>
                  <a:gd name="T13" fmla="*/ 76 h 78"/>
                  <a:gd name="T14" fmla="*/ 6 w 70"/>
                  <a:gd name="T15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0" h="78">
                    <a:moveTo>
                      <a:pt x="6" y="78"/>
                    </a:moveTo>
                    <a:cubicBezTo>
                      <a:pt x="5" y="78"/>
                      <a:pt x="4" y="78"/>
                      <a:pt x="3" y="77"/>
                    </a:cubicBezTo>
                    <a:cubicBezTo>
                      <a:pt x="0" y="75"/>
                      <a:pt x="0" y="71"/>
                      <a:pt x="2" y="68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60" y="0"/>
                      <a:pt x="64" y="0"/>
                      <a:pt x="67" y="2"/>
                    </a:cubicBezTo>
                    <a:cubicBezTo>
                      <a:pt x="69" y="4"/>
                      <a:pt x="70" y="8"/>
                      <a:pt x="67" y="10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8"/>
                      <a:pt x="8" y="78"/>
                      <a:pt x="6" y="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CFD700F-5381-45CD-B6E7-F359134E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92852" y="2761347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83" name="Group 79" descr="Speed Dashboard">
              <a:extLst>
                <a:ext uri="{FF2B5EF4-FFF2-40B4-BE49-F238E27FC236}">
                  <a16:creationId xmlns:a16="http://schemas.microsoft.com/office/drawing/2014/main" id="{3C388472-7766-48FC-927C-1F8320CB41FB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608644" y="3186991"/>
              <a:ext cx="481666" cy="341462"/>
              <a:chOff x="3437" y="1784"/>
              <a:chExt cx="426" cy="302"/>
            </a:xfrm>
            <a:solidFill>
              <a:schemeClr val="accent1"/>
            </a:solidFill>
          </p:grpSpPr>
          <p:sp>
            <p:nvSpPr>
              <p:cNvPr id="84" name="Freeform 80">
                <a:extLst>
                  <a:ext uri="{FF2B5EF4-FFF2-40B4-BE49-F238E27FC236}">
                    <a16:creationId xmlns:a16="http://schemas.microsoft.com/office/drawing/2014/main" id="{A4B6BEC4-5569-43F4-8A8A-A64308A90A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14" y="1962"/>
                <a:ext cx="72" cy="70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7" y="0"/>
                      <a:pt x="48" y="11"/>
                      <a:pt x="48" y="24"/>
                    </a:cubicBezTo>
                    <a:cubicBezTo>
                      <a:pt x="48" y="37"/>
                      <a:pt x="37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8" y="12"/>
                      <a:pt x="12" y="17"/>
                      <a:pt x="12" y="24"/>
                    </a:cubicBezTo>
                    <a:cubicBezTo>
                      <a:pt x="12" y="30"/>
                      <a:pt x="18" y="36"/>
                      <a:pt x="24" y="36"/>
                    </a:cubicBezTo>
                    <a:cubicBezTo>
                      <a:pt x="31" y="36"/>
                      <a:pt x="36" y="30"/>
                      <a:pt x="36" y="24"/>
                    </a:cubicBezTo>
                    <a:cubicBezTo>
                      <a:pt x="36" y="17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85" name="Freeform 81">
                <a:extLst>
                  <a:ext uri="{FF2B5EF4-FFF2-40B4-BE49-F238E27FC236}">
                    <a16:creationId xmlns:a16="http://schemas.microsoft.com/office/drawing/2014/main" id="{039F562E-39E4-43E3-8398-DF0FB62D12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1880"/>
                <a:ext cx="108" cy="107"/>
              </a:xfrm>
              <a:custGeom>
                <a:avLst/>
                <a:gdLst>
                  <a:gd name="T0" fmla="*/ 7 w 73"/>
                  <a:gd name="T1" fmla="*/ 72 h 72"/>
                  <a:gd name="T2" fmla="*/ 3 w 73"/>
                  <a:gd name="T3" fmla="*/ 70 h 72"/>
                  <a:gd name="T4" fmla="*/ 3 w 73"/>
                  <a:gd name="T5" fmla="*/ 62 h 72"/>
                  <a:gd name="T6" fmla="*/ 62 w 73"/>
                  <a:gd name="T7" fmla="*/ 2 h 72"/>
                  <a:gd name="T8" fmla="*/ 71 w 73"/>
                  <a:gd name="T9" fmla="*/ 2 h 72"/>
                  <a:gd name="T10" fmla="*/ 71 w 73"/>
                  <a:gd name="T11" fmla="*/ 11 h 72"/>
                  <a:gd name="T12" fmla="*/ 11 w 73"/>
                  <a:gd name="T13" fmla="*/ 70 h 72"/>
                  <a:gd name="T14" fmla="*/ 7 w 73"/>
                  <a:gd name="T15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3" h="72">
                    <a:moveTo>
                      <a:pt x="7" y="72"/>
                    </a:moveTo>
                    <a:cubicBezTo>
                      <a:pt x="5" y="72"/>
                      <a:pt x="4" y="72"/>
                      <a:pt x="3" y="70"/>
                    </a:cubicBezTo>
                    <a:cubicBezTo>
                      <a:pt x="0" y="68"/>
                      <a:pt x="0" y="64"/>
                      <a:pt x="3" y="62"/>
                    </a:cubicBezTo>
                    <a:cubicBezTo>
                      <a:pt x="62" y="2"/>
                      <a:pt x="62" y="2"/>
                      <a:pt x="62" y="2"/>
                    </a:cubicBezTo>
                    <a:cubicBezTo>
                      <a:pt x="64" y="0"/>
                      <a:pt x="68" y="0"/>
                      <a:pt x="71" y="2"/>
                    </a:cubicBezTo>
                    <a:cubicBezTo>
                      <a:pt x="73" y="5"/>
                      <a:pt x="73" y="9"/>
                      <a:pt x="71" y="11"/>
                    </a:cubicBezTo>
                    <a:cubicBezTo>
                      <a:pt x="11" y="70"/>
                      <a:pt x="11" y="70"/>
                      <a:pt x="11" y="70"/>
                    </a:cubicBezTo>
                    <a:cubicBezTo>
                      <a:pt x="10" y="72"/>
                      <a:pt x="9" y="72"/>
                      <a:pt x="7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86" name="Freeform 82">
                <a:extLst>
                  <a:ext uri="{FF2B5EF4-FFF2-40B4-BE49-F238E27FC236}">
                    <a16:creationId xmlns:a16="http://schemas.microsoft.com/office/drawing/2014/main" id="{444F4DB1-0E5B-4192-8AD9-EF2D669AB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2" y="1997"/>
                <a:ext cx="54" cy="18"/>
              </a:xfrm>
              <a:custGeom>
                <a:avLst/>
                <a:gdLst>
                  <a:gd name="T0" fmla="*/ 30 w 36"/>
                  <a:gd name="T1" fmla="*/ 12 h 12"/>
                  <a:gd name="T2" fmla="*/ 6 w 36"/>
                  <a:gd name="T3" fmla="*/ 12 h 12"/>
                  <a:gd name="T4" fmla="*/ 0 w 36"/>
                  <a:gd name="T5" fmla="*/ 6 h 12"/>
                  <a:gd name="T6" fmla="*/ 6 w 36"/>
                  <a:gd name="T7" fmla="*/ 0 h 12"/>
                  <a:gd name="T8" fmla="*/ 30 w 36"/>
                  <a:gd name="T9" fmla="*/ 0 h 12"/>
                  <a:gd name="T10" fmla="*/ 36 w 36"/>
                  <a:gd name="T11" fmla="*/ 6 h 12"/>
                  <a:gd name="T12" fmla="*/ 30 w 36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2">
                    <a:moveTo>
                      <a:pt x="30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4" y="0"/>
                      <a:pt x="36" y="3"/>
                      <a:pt x="36" y="6"/>
                    </a:cubicBezTo>
                    <a:cubicBezTo>
                      <a:pt x="36" y="9"/>
                      <a:pt x="34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87" name="Freeform 83">
                <a:extLst>
                  <a:ext uri="{FF2B5EF4-FFF2-40B4-BE49-F238E27FC236}">
                    <a16:creationId xmlns:a16="http://schemas.microsoft.com/office/drawing/2014/main" id="{08537CB0-8B09-491A-8258-D40380E50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4" y="1997"/>
                <a:ext cx="54" cy="18"/>
              </a:xfrm>
              <a:custGeom>
                <a:avLst/>
                <a:gdLst>
                  <a:gd name="T0" fmla="*/ 30 w 36"/>
                  <a:gd name="T1" fmla="*/ 12 h 12"/>
                  <a:gd name="T2" fmla="*/ 6 w 36"/>
                  <a:gd name="T3" fmla="*/ 12 h 12"/>
                  <a:gd name="T4" fmla="*/ 0 w 36"/>
                  <a:gd name="T5" fmla="*/ 6 h 12"/>
                  <a:gd name="T6" fmla="*/ 6 w 36"/>
                  <a:gd name="T7" fmla="*/ 0 h 12"/>
                  <a:gd name="T8" fmla="*/ 30 w 36"/>
                  <a:gd name="T9" fmla="*/ 0 h 12"/>
                  <a:gd name="T10" fmla="*/ 36 w 36"/>
                  <a:gd name="T11" fmla="*/ 6 h 12"/>
                  <a:gd name="T12" fmla="*/ 30 w 36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2">
                    <a:moveTo>
                      <a:pt x="30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4" y="0"/>
                      <a:pt x="36" y="3"/>
                      <a:pt x="36" y="6"/>
                    </a:cubicBezTo>
                    <a:cubicBezTo>
                      <a:pt x="36" y="9"/>
                      <a:pt x="34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88" name="Freeform 84">
                <a:extLst>
                  <a:ext uri="{FF2B5EF4-FFF2-40B4-BE49-F238E27FC236}">
                    <a16:creationId xmlns:a16="http://schemas.microsoft.com/office/drawing/2014/main" id="{BE158AFB-0921-4C32-B989-EF170D72A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1922"/>
                <a:ext cx="52" cy="32"/>
              </a:xfrm>
              <a:custGeom>
                <a:avLst/>
                <a:gdLst>
                  <a:gd name="T0" fmla="*/ 6 w 35"/>
                  <a:gd name="T1" fmla="*/ 22 h 22"/>
                  <a:gd name="T2" fmla="*/ 1 w 35"/>
                  <a:gd name="T3" fmla="*/ 19 h 22"/>
                  <a:gd name="T4" fmla="*/ 4 w 35"/>
                  <a:gd name="T5" fmla="*/ 11 h 22"/>
                  <a:gd name="T6" fmla="*/ 26 w 35"/>
                  <a:gd name="T7" fmla="*/ 2 h 22"/>
                  <a:gd name="T8" fmla="*/ 34 w 35"/>
                  <a:gd name="T9" fmla="*/ 5 h 22"/>
                  <a:gd name="T10" fmla="*/ 31 w 35"/>
                  <a:gd name="T11" fmla="*/ 13 h 22"/>
                  <a:gd name="T12" fmla="*/ 9 w 35"/>
                  <a:gd name="T13" fmla="*/ 22 h 22"/>
                  <a:gd name="T14" fmla="*/ 6 w 35"/>
                  <a:gd name="T15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" h="22">
                    <a:moveTo>
                      <a:pt x="6" y="22"/>
                    </a:moveTo>
                    <a:cubicBezTo>
                      <a:pt x="4" y="22"/>
                      <a:pt x="2" y="21"/>
                      <a:pt x="1" y="19"/>
                    </a:cubicBezTo>
                    <a:cubicBezTo>
                      <a:pt x="0" y="16"/>
                      <a:pt x="1" y="12"/>
                      <a:pt x="4" y="11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9" y="0"/>
                      <a:pt x="33" y="2"/>
                      <a:pt x="34" y="5"/>
                    </a:cubicBezTo>
                    <a:cubicBezTo>
                      <a:pt x="35" y="8"/>
                      <a:pt x="34" y="11"/>
                      <a:pt x="31" y="13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8" y="22"/>
                      <a:pt x="7" y="22"/>
                      <a:pt x="6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89" name="Freeform 85">
                <a:extLst>
                  <a:ext uri="{FF2B5EF4-FFF2-40B4-BE49-F238E27FC236}">
                    <a16:creationId xmlns:a16="http://schemas.microsoft.com/office/drawing/2014/main" id="{02728AE0-A8CC-49AC-9911-1A87510EF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1" y="1832"/>
                <a:ext cx="34" cy="51"/>
              </a:xfrm>
              <a:custGeom>
                <a:avLst/>
                <a:gdLst>
                  <a:gd name="T0" fmla="*/ 7 w 23"/>
                  <a:gd name="T1" fmla="*/ 35 h 35"/>
                  <a:gd name="T2" fmla="*/ 4 w 23"/>
                  <a:gd name="T3" fmla="*/ 34 h 35"/>
                  <a:gd name="T4" fmla="*/ 1 w 23"/>
                  <a:gd name="T5" fmla="*/ 26 h 35"/>
                  <a:gd name="T6" fmla="*/ 10 w 23"/>
                  <a:gd name="T7" fmla="*/ 4 h 35"/>
                  <a:gd name="T8" fmla="*/ 18 w 23"/>
                  <a:gd name="T9" fmla="*/ 1 h 35"/>
                  <a:gd name="T10" fmla="*/ 21 w 23"/>
                  <a:gd name="T11" fmla="*/ 9 h 35"/>
                  <a:gd name="T12" fmla="*/ 12 w 23"/>
                  <a:gd name="T13" fmla="*/ 31 h 35"/>
                  <a:gd name="T14" fmla="*/ 7 w 23"/>
                  <a:gd name="T15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3" h="35">
                    <a:moveTo>
                      <a:pt x="7" y="35"/>
                    </a:moveTo>
                    <a:cubicBezTo>
                      <a:pt x="6" y="35"/>
                      <a:pt x="5" y="35"/>
                      <a:pt x="4" y="34"/>
                    </a:cubicBezTo>
                    <a:cubicBezTo>
                      <a:pt x="1" y="33"/>
                      <a:pt x="0" y="29"/>
                      <a:pt x="1" y="26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2" y="1"/>
                      <a:pt x="15" y="0"/>
                      <a:pt x="18" y="1"/>
                    </a:cubicBezTo>
                    <a:cubicBezTo>
                      <a:pt x="21" y="2"/>
                      <a:pt x="23" y="6"/>
                      <a:pt x="21" y="9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1" y="33"/>
                      <a:pt x="9" y="35"/>
                      <a:pt x="7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90" name="Freeform 86">
                <a:extLst>
                  <a:ext uri="{FF2B5EF4-FFF2-40B4-BE49-F238E27FC236}">
                    <a16:creationId xmlns:a16="http://schemas.microsoft.com/office/drawing/2014/main" id="{99C6F84E-E72B-4761-8FA3-54814A6DA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1" y="1820"/>
                <a:ext cx="18" cy="53"/>
              </a:xfrm>
              <a:custGeom>
                <a:avLst/>
                <a:gdLst>
                  <a:gd name="T0" fmla="*/ 6 w 12"/>
                  <a:gd name="T1" fmla="*/ 36 h 36"/>
                  <a:gd name="T2" fmla="*/ 0 w 12"/>
                  <a:gd name="T3" fmla="*/ 30 h 36"/>
                  <a:gd name="T4" fmla="*/ 0 w 12"/>
                  <a:gd name="T5" fmla="*/ 6 h 36"/>
                  <a:gd name="T6" fmla="*/ 6 w 12"/>
                  <a:gd name="T7" fmla="*/ 0 h 36"/>
                  <a:gd name="T8" fmla="*/ 12 w 12"/>
                  <a:gd name="T9" fmla="*/ 6 h 36"/>
                  <a:gd name="T10" fmla="*/ 12 w 12"/>
                  <a:gd name="T11" fmla="*/ 30 h 36"/>
                  <a:gd name="T12" fmla="*/ 6 w 12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6">
                    <a:moveTo>
                      <a:pt x="6" y="36"/>
                    </a:move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3"/>
                      <a:pt x="10" y="36"/>
                      <a:pt x="6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91" name="Freeform 87">
                <a:extLst>
                  <a:ext uri="{FF2B5EF4-FFF2-40B4-BE49-F238E27FC236}">
                    <a16:creationId xmlns:a16="http://schemas.microsoft.com/office/drawing/2014/main" id="{63371E9B-1CC7-4E53-9C9A-7CBEE97E28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1832"/>
                <a:ext cx="34" cy="51"/>
              </a:xfrm>
              <a:custGeom>
                <a:avLst/>
                <a:gdLst>
                  <a:gd name="T0" fmla="*/ 16 w 23"/>
                  <a:gd name="T1" fmla="*/ 35 h 35"/>
                  <a:gd name="T2" fmla="*/ 10 w 23"/>
                  <a:gd name="T3" fmla="*/ 31 h 35"/>
                  <a:gd name="T4" fmla="*/ 1 w 23"/>
                  <a:gd name="T5" fmla="*/ 9 h 35"/>
                  <a:gd name="T6" fmla="*/ 4 w 23"/>
                  <a:gd name="T7" fmla="*/ 1 h 35"/>
                  <a:gd name="T8" fmla="*/ 12 w 23"/>
                  <a:gd name="T9" fmla="*/ 4 h 35"/>
                  <a:gd name="T10" fmla="*/ 21 w 23"/>
                  <a:gd name="T11" fmla="*/ 26 h 35"/>
                  <a:gd name="T12" fmla="*/ 18 w 23"/>
                  <a:gd name="T13" fmla="*/ 34 h 35"/>
                  <a:gd name="T14" fmla="*/ 16 w 23"/>
                  <a:gd name="T15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3" h="35">
                    <a:moveTo>
                      <a:pt x="16" y="35"/>
                    </a:moveTo>
                    <a:cubicBezTo>
                      <a:pt x="13" y="35"/>
                      <a:pt x="11" y="33"/>
                      <a:pt x="10" y="31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0" y="6"/>
                      <a:pt x="1" y="2"/>
                      <a:pt x="4" y="1"/>
                    </a:cubicBezTo>
                    <a:cubicBezTo>
                      <a:pt x="7" y="0"/>
                      <a:pt x="11" y="1"/>
                      <a:pt x="12" y="4"/>
                    </a:cubicBezTo>
                    <a:cubicBezTo>
                      <a:pt x="21" y="26"/>
                      <a:pt x="21" y="26"/>
                      <a:pt x="21" y="26"/>
                    </a:cubicBezTo>
                    <a:cubicBezTo>
                      <a:pt x="23" y="29"/>
                      <a:pt x="21" y="33"/>
                      <a:pt x="18" y="34"/>
                    </a:cubicBezTo>
                    <a:cubicBezTo>
                      <a:pt x="17" y="35"/>
                      <a:pt x="17" y="35"/>
                      <a:pt x="16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92" name="Freeform 88">
                <a:extLst>
                  <a:ext uri="{FF2B5EF4-FFF2-40B4-BE49-F238E27FC236}">
                    <a16:creationId xmlns:a16="http://schemas.microsoft.com/office/drawing/2014/main" id="{BC05FA1D-AB27-457F-BDD7-3F138CB007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1" y="1869"/>
                <a:ext cx="45" cy="42"/>
              </a:xfrm>
              <a:custGeom>
                <a:avLst/>
                <a:gdLst>
                  <a:gd name="T0" fmla="*/ 24 w 30"/>
                  <a:gd name="T1" fmla="*/ 29 h 29"/>
                  <a:gd name="T2" fmla="*/ 19 w 30"/>
                  <a:gd name="T3" fmla="*/ 27 h 29"/>
                  <a:gd name="T4" fmla="*/ 2 w 30"/>
                  <a:gd name="T5" fmla="*/ 10 h 29"/>
                  <a:gd name="T6" fmla="*/ 2 w 30"/>
                  <a:gd name="T7" fmla="*/ 2 h 29"/>
                  <a:gd name="T8" fmla="*/ 11 w 30"/>
                  <a:gd name="T9" fmla="*/ 2 h 29"/>
                  <a:gd name="T10" fmla="*/ 28 w 30"/>
                  <a:gd name="T11" fmla="*/ 19 h 29"/>
                  <a:gd name="T12" fmla="*/ 28 w 30"/>
                  <a:gd name="T13" fmla="*/ 27 h 29"/>
                  <a:gd name="T14" fmla="*/ 24 w 30"/>
                  <a:gd name="T15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29">
                    <a:moveTo>
                      <a:pt x="24" y="29"/>
                    </a:moveTo>
                    <a:cubicBezTo>
                      <a:pt x="22" y="29"/>
                      <a:pt x="21" y="29"/>
                      <a:pt x="19" y="27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0" y="8"/>
                      <a:pt x="0" y="4"/>
                      <a:pt x="2" y="2"/>
                    </a:cubicBezTo>
                    <a:cubicBezTo>
                      <a:pt x="5" y="0"/>
                      <a:pt x="9" y="0"/>
                      <a:pt x="11" y="2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0" y="21"/>
                      <a:pt x="30" y="25"/>
                      <a:pt x="28" y="27"/>
                    </a:cubicBezTo>
                    <a:cubicBezTo>
                      <a:pt x="27" y="29"/>
                      <a:pt x="25" y="29"/>
                      <a:pt x="24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93" name="Freeform 89">
                <a:extLst>
                  <a:ext uri="{FF2B5EF4-FFF2-40B4-BE49-F238E27FC236}">
                    <a16:creationId xmlns:a16="http://schemas.microsoft.com/office/drawing/2014/main" id="{A7EF6834-36E4-4F45-97CE-1304A6C66D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1922"/>
                <a:ext cx="54" cy="32"/>
              </a:xfrm>
              <a:custGeom>
                <a:avLst/>
                <a:gdLst>
                  <a:gd name="T0" fmla="*/ 29 w 36"/>
                  <a:gd name="T1" fmla="*/ 22 h 22"/>
                  <a:gd name="T2" fmla="*/ 27 w 36"/>
                  <a:gd name="T3" fmla="*/ 22 h 22"/>
                  <a:gd name="T4" fmla="*/ 5 w 36"/>
                  <a:gd name="T5" fmla="*/ 13 h 22"/>
                  <a:gd name="T6" fmla="*/ 1 w 36"/>
                  <a:gd name="T7" fmla="*/ 5 h 22"/>
                  <a:gd name="T8" fmla="*/ 9 w 36"/>
                  <a:gd name="T9" fmla="*/ 2 h 22"/>
                  <a:gd name="T10" fmla="*/ 31 w 36"/>
                  <a:gd name="T11" fmla="*/ 11 h 22"/>
                  <a:gd name="T12" fmla="*/ 35 w 36"/>
                  <a:gd name="T13" fmla="*/ 19 h 22"/>
                  <a:gd name="T14" fmla="*/ 29 w 36"/>
                  <a:gd name="T15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" h="22">
                    <a:moveTo>
                      <a:pt x="29" y="22"/>
                    </a:moveTo>
                    <a:cubicBezTo>
                      <a:pt x="28" y="22"/>
                      <a:pt x="28" y="22"/>
                      <a:pt x="27" y="2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2" y="11"/>
                      <a:pt x="0" y="8"/>
                      <a:pt x="1" y="5"/>
                    </a:cubicBezTo>
                    <a:cubicBezTo>
                      <a:pt x="3" y="2"/>
                      <a:pt x="6" y="0"/>
                      <a:pt x="9" y="2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34" y="12"/>
                      <a:pt x="36" y="16"/>
                      <a:pt x="35" y="19"/>
                    </a:cubicBezTo>
                    <a:cubicBezTo>
                      <a:pt x="34" y="21"/>
                      <a:pt x="31" y="22"/>
                      <a:pt x="29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94" name="Freeform 90">
                <a:extLst>
                  <a:ext uri="{FF2B5EF4-FFF2-40B4-BE49-F238E27FC236}">
                    <a16:creationId xmlns:a16="http://schemas.microsoft.com/office/drawing/2014/main" id="{A07352E1-7629-405C-8AFD-A10E99C4E7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37" y="1784"/>
                <a:ext cx="426" cy="302"/>
              </a:xfrm>
              <a:custGeom>
                <a:avLst/>
                <a:gdLst>
                  <a:gd name="T0" fmla="*/ 282 w 288"/>
                  <a:gd name="T1" fmla="*/ 204 h 204"/>
                  <a:gd name="T2" fmla="*/ 6 w 288"/>
                  <a:gd name="T3" fmla="*/ 204 h 204"/>
                  <a:gd name="T4" fmla="*/ 0 w 288"/>
                  <a:gd name="T5" fmla="*/ 198 h 204"/>
                  <a:gd name="T6" fmla="*/ 0 w 288"/>
                  <a:gd name="T7" fmla="*/ 144 h 204"/>
                  <a:gd name="T8" fmla="*/ 144 w 288"/>
                  <a:gd name="T9" fmla="*/ 0 h 204"/>
                  <a:gd name="T10" fmla="*/ 288 w 288"/>
                  <a:gd name="T11" fmla="*/ 144 h 204"/>
                  <a:gd name="T12" fmla="*/ 288 w 288"/>
                  <a:gd name="T13" fmla="*/ 198 h 204"/>
                  <a:gd name="T14" fmla="*/ 282 w 288"/>
                  <a:gd name="T15" fmla="*/ 204 h 204"/>
                  <a:gd name="T16" fmla="*/ 12 w 288"/>
                  <a:gd name="T17" fmla="*/ 192 h 204"/>
                  <a:gd name="T18" fmla="*/ 276 w 288"/>
                  <a:gd name="T19" fmla="*/ 192 h 204"/>
                  <a:gd name="T20" fmla="*/ 276 w 288"/>
                  <a:gd name="T21" fmla="*/ 144 h 204"/>
                  <a:gd name="T22" fmla="*/ 144 w 288"/>
                  <a:gd name="T23" fmla="*/ 12 h 204"/>
                  <a:gd name="T24" fmla="*/ 12 w 288"/>
                  <a:gd name="T25" fmla="*/ 144 h 204"/>
                  <a:gd name="T26" fmla="*/ 12 w 288"/>
                  <a:gd name="T27" fmla="*/ 192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8" h="204">
                    <a:moveTo>
                      <a:pt x="282" y="204"/>
                    </a:moveTo>
                    <a:cubicBezTo>
                      <a:pt x="6" y="204"/>
                      <a:pt x="6" y="204"/>
                      <a:pt x="6" y="204"/>
                    </a:cubicBezTo>
                    <a:cubicBezTo>
                      <a:pt x="3" y="204"/>
                      <a:pt x="0" y="201"/>
                      <a:pt x="0" y="198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64"/>
                      <a:pt x="65" y="0"/>
                      <a:pt x="144" y="0"/>
                    </a:cubicBezTo>
                    <a:cubicBezTo>
                      <a:pt x="224" y="0"/>
                      <a:pt x="288" y="64"/>
                      <a:pt x="288" y="144"/>
                    </a:cubicBezTo>
                    <a:cubicBezTo>
                      <a:pt x="288" y="198"/>
                      <a:pt x="288" y="198"/>
                      <a:pt x="288" y="198"/>
                    </a:cubicBezTo>
                    <a:cubicBezTo>
                      <a:pt x="288" y="201"/>
                      <a:pt x="286" y="204"/>
                      <a:pt x="282" y="204"/>
                    </a:cubicBezTo>
                    <a:close/>
                    <a:moveTo>
                      <a:pt x="12" y="192"/>
                    </a:moveTo>
                    <a:cubicBezTo>
                      <a:pt x="276" y="192"/>
                      <a:pt x="276" y="192"/>
                      <a:pt x="276" y="192"/>
                    </a:cubicBezTo>
                    <a:cubicBezTo>
                      <a:pt x="276" y="144"/>
                      <a:pt x="276" y="144"/>
                      <a:pt x="276" y="144"/>
                    </a:cubicBezTo>
                    <a:cubicBezTo>
                      <a:pt x="276" y="71"/>
                      <a:pt x="217" y="12"/>
                      <a:pt x="144" y="12"/>
                    </a:cubicBezTo>
                    <a:cubicBezTo>
                      <a:pt x="71" y="12"/>
                      <a:pt x="12" y="71"/>
                      <a:pt x="12" y="144"/>
                    </a:cubicBezTo>
                    <a:lnTo>
                      <a:pt x="12" y="1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0723CCF-4FCE-45A2-839D-1E5A4C70D7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463471" y="2761347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39" name="Group 4" descr="Scale">
              <a:extLst>
                <a:ext uri="{FF2B5EF4-FFF2-40B4-BE49-F238E27FC236}">
                  <a16:creationId xmlns:a16="http://schemas.microsoft.com/office/drawing/2014/main" id="{F143B71D-F6F1-4884-A873-C412FB513AC9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871933" y="3163253"/>
              <a:ext cx="495324" cy="388938"/>
              <a:chOff x="526" y="708"/>
              <a:chExt cx="433" cy="340"/>
            </a:xfrm>
            <a:solidFill>
              <a:schemeClr val="accent1"/>
            </a:solidFill>
          </p:grpSpPr>
          <p:sp>
            <p:nvSpPr>
              <p:cNvPr id="140" name="Freeform 5">
                <a:extLst>
                  <a:ext uri="{FF2B5EF4-FFF2-40B4-BE49-F238E27FC236}">
                    <a16:creationId xmlns:a16="http://schemas.microsoft.com/office/drawing/2014/main" id="{F1053F0F-8C08-4323-952A-B5B326670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760"/>
                <a:ext cx="19" cy="288"/>
              </a:xfrm>
              <a:custGeom>
                <a:avLst/>
                <a:gdLst>
                  <a:gd name="T0" fmla="*/ 6 w 12"/>
                  <a:gd name="T1" fmla="*/ 193 h 193"/>
                  <a:gd name="T2" fmla="*/ 0 w 12"/>
                  <a:gd name="T3" fmla="*/ 187 h 193"/>
                  <a:gd name="T4" fmla="*/ 0 w 12"/>
                  <a:gd name="T5" fmla="*/ 6 h 193"/>
                  <a:gd name="T6" fmla="*/ 6 w 12"/>
                  <a:gd name="T7" fmla="*/ 0 h 193"/>
                  <a:gd name="T8" fmla="*/ 12 w 12"/>
                  <a:gd name="T9" fmla="*/ 6 h 193"/>
                  <a:gd name="T10" fmla="*/ 12 w 12"/>
                  <a:gd name="T11" fmla="*/ 187 h 193"/>
                  <a:gd name="T12" fmla="*/ 6 w 12"/>
                  <a:gd name="T13" fmla="*/ 193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93">
                    <a:moveTo>
                      <a:pt x="6" y="193"/>
                    </a:moveTo>
                    <a:cubicBezTo>
                      <a:pt x="3" y="193"/>
                      <a:pt x="0" y="191"/>
                      <a:pt x="0" y="18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187"/>
                      <a:pt x="12" y="187"/>
                      <a:pt x="12" y="187"/>
                    </a:cubicBezTo>
                    <a:cubicBezTo>
                      <a:pt x="12" y="191"/>
                      <a:pt x="9" y="193"/>
                      <a:pt x="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1" name="Freeform 6">
                <a:extLst>
                  <a:ext uri="{FF2B5EF4-FFF2-40B4-BE49-F238E27FC236}">
                    <a16:creationId xmlns:a16="http://schemas.microsoft.com/office/drawing/2014/main" id="{5FF8CD5D-EF85-4178-AE51-C4A9EF7DC6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" y="1030"/>
                <a:ext cx="126" cy="18"/>
              </a:xfrm>
              <a:custGeom>
                <a:avLst/>
                <a:gdLst>
                  <a:gd name="T0" fmla="*/ 76 w 82"/>
                  <a:gd name="T1" fmla="*/ 12 h 12"/>
                  <a:gd name="T2" fmla="*/ 6 w 82"/>
                  <a:gd name="T3" fmla="*/ 12 h 12"/>
                  <a:gd name="T4" fmla="*/ 0 w 82"/>
                  <a:gd name="T5" fmla="*/ 6 h 12"/>
                  <a:gd name="T6" fmla="*/ 6 w 82"/>
                  <a:gd name="T7" fmla="*/ 0 h 12"/>
                  <a:gd name="T8" fmla="*/ 76 w 82"/>
                  <a:gd name="T9" fmla="*/ 0 h 12"/>
                  <a:gd name="T10" fmla="*/ 82 w 82"/>
                  <a:gd name="T11" fmla="*/ 6 h 12"/>
                  <a:gd name="T12" fmla="*/ 76 w 82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12">
                    <a:moveTo>
                      <a:pt x="7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9" y="0"/>
                      <a:pt x="82" y="3"/>
                      <a:pt x="82" y="6"/>
                    </a:cubicBezTo>
                    <a:cubicBezTo>
                      <a:pt x="82" y="10"/>
                      <a:pt x="79" y="12"/>
                      <a:pt x="7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2" name="Freeform 7">
                <a:extLst>
                  <a:ext uri="{FF2B5EF4-FFF2-40B4-BE49-F238E27FC236}">
                    <a16:creationId xmlns:a16="http://schemas.microsoft.com/office/drawing/2014/main" id="{4F307D25-925C-41CE-B278-CCD0C64E57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" y="727"/>
                <a:ext cx="146" cy="161"/>
              </a:xfrm>
              <a:custGeom>
                <a:avLst/>
                <a:gdLst>
                  <a:gd name="T0" fmla="*/ 88 w 95"/>
                  <a:gd name="T1" fmla="*/ 107 h 108"/>
                  <a:gd name="T2" fmla="*/ 83 w 95"/>
                  <a:gd name="T3" fmla="*/ 104 h 108"/>
                  <a:gd name="T4" fmla="*/ 47 w 95"/>
                  <a:gd name="T5" fmla="*/ 21 h 108"/>
                  <a:gd name="T6" fmla="*/ 12 w 95"/>
                  <a:gd name="T7" fmla="*/ 104 h 108"/>
                  <a:gd name="T8" fmla="*/ 4 w 95"/>
                  <a:gd name="T9" fmla="*/ 107 h 108"/>
                  <a:gd name="T10" fmla="*/ 1 w 95"/>
                  <a:gd name="T11" fmla="*/ 99 h 108"/>
                  <a:gd name="T12" fmla="*/ 42 w 95"/>
                  <a:gd name="T13" fmla="*/ 3 h 108"/>
                  <a:gd name="T14" fmla="*/ 47 w 95"/>
                  <a:gd name="T15" fmla="*/ 0 h 108"/>
                  <a:gd name="T16" fmla="*/ 47 w 95"/>
                  <a:gd name="T17" fmla="*/ 0 h 108"/>
                  <a:gd name="T18" fmla="*/ 53 w 95"/>
                  <a:gd name="T19" fmla="*/ 3 h 108"/>
                  <a:gd name="T20" fmla="*/ 94 w 95"/>
                  <a:gd name="T21" fmla="*/ 99 h 108"/>
                  <a:gd name="T22" fmla="*/ 90 w 95"/>
                  <a:gd name="T23" fmla="*/ 107 h 108"/>
                  <a:gd name="T24" fmla="*/ 88 w 95"/>
                  <a:gd name="T25" fmla="*/ 107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5" h="108">
                    <a:moveTo>
                      <a:pt x="88" y="107"/>
                    </a:moveTo>
                    <a:cubicBezTo>
                      <a:pt x="86" y="107"/>
                      <a:pt x="84" y="106"/>
                      <a:pt x="83" y="104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12" y="104"/>
                      <a:pt x="12" y="104"/>
                      <a:pt x="12" y="104"/>
                    </a:cubicBezTo>
                    <a:cubicBezTo>
                      <a:pt x="11" y="107"/>
                      <a:pt x="7" y="108"/>
                      <a:pt x="4" y="107"/>
                    </a:cubicBezTo>
                    <a:cubicBezTo>
                      <a:pt x="1" y="105"/>
                      <a:pt x="0" y="102"/>
                      <a:pt x="1" y="99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43" y="1"/>
                      <a:pt x="45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50" y="0"/>
                      <a:pt x="52" y="1"/>
                      <a:pt x="53" y="3"/>
                    </a:cubicBezTo>
                    <a:cubicBezTo>
                      <a:pt x="94" y="99"/>
                      <a:pt x="94" y="99"/>
                      <a:pt x="94" y="99"/>
                    </a:cubicBezTo>
                    <a:cubicBezTo>
                      <a:pt x="95" y="102"/>
                      <a:pt x="94" y="105"/>
                      <a:pt x="90" y="107"/>
                    </a:cubicBezTo>
                    <a:cubicBezTo>
                      <a:pt x="90" y="107"/>
                      <a:pt x="89" y="107"/>
                      <a:pt x="88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3" name="Freeform 8">
                <a:extLst>
                  <a:ext uri="{FF2B5EF4-FFF2-40B4-BE49-F238E27FC236}">
                    <a16:creationId xmlns:a16="http://schemas.microsoft.com/office/drawing/2014/main" id="{435C74B6-EB7B-4D53-9AD1-F3F3A33D09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7" y="708"/>
                <a:ext cx="73" cy="70"/>
              </a:xfrm>
              <a:custGeom>
                <a:avLst/>
                <a:gdLst>
                  <a:gd name="T0" fmla="*/ 24 w 48"/>
                  <a:gd name="T1" fmla="*/ 47 h 47"/>
                  <a:gd name="T2" fmla="*/ 0 w 48"/>
                  <a:gd name="T3" fmla="*/ 24 h 47"/>
                  <a:gd name="T4" fmla="*/ 24 w 48"/>
                  <a:gd name="T5" fmla="*/ 0 h 47"/>
                  <a:gd name="T6" fmla="*/ 48 w 48"/>
                  <a:gd name="T7" fmla="*/ 24 h 47"/>
                  <a:gd name="T8" fmla="*/ 24 w 48"/>
                  <a:gd name="T9" fmla="*/ 47 h 47"/>
                  <a:gd name="T10" fmla="*/ 24 w 48"/>
                  <a:gd name="T11" fmla="*/ 12 h 47"/>
                  <a:gd name="T12" fmla="*/ 12 w 48"/>
                  <a:gd name="T13" fmla="*/ 24 h 47"/>
                  <a:gd name="T14" fmla="*/ 24 w 48"/>
                  <a:gd name="T15" fmla="*/ 35 h 47"/>
                  <a:gd name="T16" fmla="*/ 36 w 48"/>
                  <a:gd name="T17" fmla="*/ 24 h 47"/>
                  <a:gd name="T18" fmla="*/ 24 w 48"/>
                  <a:gd name="T19" fmla="*/ 12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7">
                    <a:moveTo>
                      <a:pt x="24" y="47"/>
                    </a:moveTo>
                    <a:cubicBezTo>
                      <a:pt x="11" y="47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7" y="0"/>
                      <a:pt x="48" y="11"/>
                      <a:pt x="48" y="24"/>
                    </a:cubicBezTo>
                    <a:cubicBezTo>
                      <a:pt x="48" y="37"/>
                      <a:pt x="37" y="47"/>
                      <a:pt x="24" y="47"/>
                    </a:cubicBezTo>
                    <a:close/>
                    <a:moveTo>
                      <a:pt x="24" y="12"/>
                    </a:moveTo>
                    <a:cubicBezTo>
                      <a:pt x="18" y="12"/>
                      <a:pt x="12" y="17"/>
                      <a:pt x="12" y="24"/>
                    </a:cubicBezTo>
                    <a:cubicBezTo>
                      <a:pt x="12" y="30"/>
                      <a:pt x="18" y="35"/>
                      <a:pt x="24" y="35"/>
                    </a:cubicBezTo>
                    <a:cubicBezTo>
                      <a:pt x="30" y="35"/>
                      <a:pt x="36" y="30"/>
                      <a:pt x="36" y="24"/>
                    </a:cubicBezTo>
                    <a:cubicBezTo>
                      <a:pt x="36" y="17"/>
                      <a:pt x="30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4" name="Freeform 9">
                <a:extLst>
                  <a:ext uri="{FF2B5EF4-FFF2-40B4-BE49-F238E27FC236}">
                    <a16:creationId xmlns:a16="http://schemas.microsoft.com/office/drawing/2014/main" id="{01981A03-2335-48B2-A4B1-69D27047945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8" y="869"/>
                <a:ext cx="142" cy="84"/>
              </a:xfrm>
              <a:custGeom>
                <a:avLst/>
                <a:gdLst>
                  <a:gd name="T0" fmla="*/ 46 w 93"/>
                  <a:gd name="T1" fmla="*/ 56 h 56"/>
                  <a:gd name="T2" fmla="*/ 0 w 93"/>
                  <a:gd name="T3" fmla="*/ 6 h 56"/>
                  <a:gd name="T4" fmla="*/ 6 w 93"/>
                  <a:gd name="T5" fmla="*/ 0 h 56"/>
                  <a:gd name="T6" fmla="*/ 87 w 93"/>
                  <a:gd name="T7" fmla="*/ 0 h 56"/>
                  <a:gd name="T8" fmla="*/ 93 w 93"/>
                  <a:gd name="T9" fmla="*/ 6 h 56"/>
                  <a:gd name="T10" fmla="*/ 46 w 93"/>
                  <a:gd name="T11" fmla="*/ 56 h 56"/>
                  <a:gd name="T12" fmla="*/ 12 w 93"/>
                  <a:gd name="T13" fmla="*/ 12 h 56"/>
                  <a:gd name="T14" fmla="*/ 46 w 93"/>
                  <a:gd name="T15" fmla="*/ 44 h 56"/>
                  <a:gd name="T16" fmla="*/ 81 w 93"/>
                  <a:gd name="T17" fmla="*/ 12 h 56"/>
                  <a:gd name="T18" fmla="*/ 12 w 93"/>
                  <a:gd name="T19" fmla="*/ 1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" h="56">
                    <a:moveTo>
                      <a:pt x="46" y="56"/>
                    </a:moveTo>
                    <a:cubicBezTo>
                      <a:pt x="20" y="56"/>
                      <a:pt x="0" y="35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91" y="0"/>
                      <a:pt x="93" y="3"/>
                      <a:pt x="93" y="6"/>
                    </a:cubicBezTo>
                    <a:cubicBezTo>
                      <a:pt x="93" y="35"/>
                      <a:pt x="73" y="56"/>
                      <a:pt x="46" y="56"/>
                    </a:cubicBezTo>
                    <a:close/>
                    <a:moveTo>
                      <a:pt x="12" y="12"/>
                    </a:moveTo>
                    <a:cubicBezTo>
                      <a:pt x="14" y="31"/>
                      <a:pt x="28" y="44"/>
                      <a:pt x="46" y="44"/>
                    </a:cubicBezTo>
                    <a:cubicBezTo>
                      <a:pt x="64" y="44"/>
                      <a:pt x="78" y="31"/>
                      <a:pt x="81" y="12"/>
                    </a:cubicBezTo>
                    <a:lnTo>
                      <a:pt x="1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5" name="Freeform 10">
                <a:extLst>
                  <a:ext uri="{FF2B5EF4-FFF2-40B4-BE49-F238E27FC236}">
                    <a16:creationId xmlns:a16="http://schemas.microsoft.com/office/drawing/2014/main" id="{00DE3F8E-DAF4-4712-8EB2-44B3A55F3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3" y="726"/>
                <a:ext cx="146" cy="162"/>
              </a:xfrm>
              <a:custGeom>
                <a:avLst/>
                <a:gdLst>
                  <a:gd name="T0" fmla="*/ 6 w 95"/>
                  <a:gd name="T1" fmla="*/ 108 h 109"/>
                  <a:gd name="T2" fmla="*/ 4 w 95"/>
                  <a:gd name="T3" fmla="*/ 108 h 109"/>
                  <a:gd name="T4" fmla="*/ 1 w 95"/>
                  <a:gd name="T5" fmla="*/ 100 h 109"/>
                  <a:gd name="T6" fmla="*/ 42 w 95"/>
                  <a:gd name="T7" fmla="*/ 4 h 109"/>
                  <a:gd name="T8" fmla="*/ 47 w 95"/>
                  <a:gd name="T9" fmla="*/ 0 h 109"/>
                  <a:gd name="T10" fmla="*/ 47 w 95"/>
                  <a:gd name="T11" fmla="*/ 0 h 109"/>
                  <a:gd name="T12" fmla="*/ 53 w 95"/>
                  <a:gd name="T13" fmla="*/ 4 h 109"/>
                  <a:gd name="T14" fmla="*/ 94 w 95"/>
                  <a:gd name="T15" fmla="*/ 100 h 109"/>
                  <a:gd name="T16" fmla="*/ 90 w 95"/>
                  <a:gd name="T17" fmla="*/ 108 h 109"/>
                  <a:gd name="T18" fmla="*/ 83 w 95"/>
                  <a:gd name="T19" fmla="*/ 105 h 109"/>
                  <a:gd name="T20" fmla="*/ 47 w 95"/>
                  <a:gd name="T21" fmla="*/ 22 h 109"/>
                  <a:gd name="T22" fmla="*/ 12 w 95"/>
                  <a:gd name="T23" fmla="*/ 105 h 109"/>
                  <a:gd name="T24" fmla="*/ 6 w 95"/>
                  <a:gd name="T25" fmla="*/ 108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5" h="109">
                    <a:moveTo>
                      <a:pt x="6" y="108"/>
                    </a:moveTo>
                    <a:cubicBezTo>
                      <a:pt x="6" y="108"/>
                      <a:pt x="5" y="108"/>
                      <a:pt x="4" y="108"/>
                    </a:cubicBezTo>
                    <a:cubicBezTo>
                      <a:pt x="1" y="106"/>
                      <a:pt x="0" y="103"/>
                      <a:pt x="1" y="100"/>
                    </a:cubicBezTo>
                    <a:cubicBezTo>
                      <a:pt x="42" y="4"/>
                      <a:pt x="42" y="4"/>
                      <a:pt x="42" y="4"/>
                    </a:cubicBezTo>
                    <a:cubicBezTo>
                      <a:pt x="43" y="2"/>
                      <a:pt x="45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50" y="0"/>
                      <a:pt x="52" y="2"/>
                      <a:pt x="53" y="4"/>
                    </a:cubicBezTo>
                    <a:cubicBezTo>
                      <a:pt x="94" y="100"/>
                      <a:pt x="94" y="100"/>
                      <a:pt x="94" y="100"/>
                    </a:cubicBezTo>
                    <a:cubicBezTo>
                      <a:pt x="95" y="103"/>
                      <a:pt x="93" y="106"/>
                      <a:pt x="90" y="108"/>
                    </a:cubicBezTo>
                    <a:cubicBezTo>
                      <a:pt x="87" y="109"/>
                      <a:pt x="84" y="108"/>
                      <a:pt x="83" y="105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12" y="105"/>
                      <a:pt x="12" y="105"/>
                      <a:pt x="12" y="105"/>
                    </a:cubicBezTo>
                    <a:cubicBezTo>
                      <a:pt x="11" y="107"/>
                      <a:pt x="9" y="108"/>
                      <a:pt x="6" y="1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6" name="Freeform 11">
                <a:extLst>
                  <a:ext uri="{FF2B5EF4-FFF2-40B4-BE49-F238E27FC236}">
                    <a16:creationId xmlns:a16="http://schemas.microsoft.com/office/drawing/2014/main" id="{DE3D70A7-3AE1-48E2-8306-5D3AF9BD102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3" y="869"/>
                <a:ext cx="144" cy="84"/>
              </a:xfrm>
              <a:custGeom>
                <a:avLst/>
                <a:gdLst>
                  <a:gd name="T0" fmla="*/ 47 w 94"/>
                  <a:gd name="T1" fmla="*/ 56 h 56"/>
                  <a:gd name="T2" fmla="*/ 0 w 94"/>
                  <a:gd name="T3" fmla="*/ 6 h 56"/>
                  <a:gd name="T4" fmla="*/ 6 w 94"/>
                  <a:gd name="T5" fmla="*/ 0 h 56"/>
                  <a:gd name="T6" fmla="*/ 88 w 94"/>
                  <a:gd name="T7" fmla="*/ 0 h 56"/>
                  <a:gd name="T8" fmla="*/ 92 w 94"/>
                  <a:gd name="T9" fmla="*/ 2 h 56"/>
                  <a:gd name="T10" fmla="*/ 94 w 94"/>
                  <a:gd name="T11" fmla="*/ 6 h 56"/>
                  <a:gd name="T12" fmla="*/ 47 w 94"/>
                  <a:gd name="T13" fmla="*/ 56 h 56"/>
                  <a:gd name="T14" fmla="*/ 13 w 94"/>
                  <a:gd name="T15" fmla="*/ 12 h 56"/>
                  <a:gd name="T16" fmla="*/ 47 w 94"/>
                  <a:gd name="T17" fmla="*/ 44 h 56"/>
                  <a:gd name="T18" fmla="*/ 82 w 94"/>
                  <a:gd name="T19" fmla="*/ 12 h 56"/>
                  <a:gd name="T20" fmla="*/ 13 w 94"/>
                  <a:gd name="T21" fmla="*/ 1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4" h="56">
                    <a:moveTo>
                      <a:pt x="47" y="56"/>
                    </a:moveTo>
                    <a:cubicBezTo>
                      <a:pt x="21" y="56"/>
                      <a:pt x="0" y="35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90" y="0"/>
                      <a:pt x="91" y="1"/>
                      <a:pt x="92" y="2"/>
                    </a:cubicBezTo>
                    <a:cubicBezTo>
                      <a:pt x="93" y="3"/>
                      <a:pt x="94" y="5"/>
                      <a:pt x="94" y="6"/>
                    </a:cubicBezTo>
                    <a:cubicBezTo>
                      <a:pt x="94" y="34"/>
                      <a:pt x="74" y="56"/>
                      <a:pt x="47" y="56"/>
                    </a:cubicBezTo>
                    <a:close/>
                    <a:moveTo>
                      <a:pt x="13" y="12"/>
                    </a:moveTo>
                    <a:cubicBezTo>
                      <a:pt x="15" y="31"/>
                      <a:pt x="29" y="44"/>
                      <a:pt x="47" y="44"/>
                    </a:cubicBezTo>
                    <a:cubicBezTo>
                      <a:pt x="65" y="44"/>
                      <a:pt x="79" y="31"/>
                      <a:pt x="82" y="12"/>
                    </a:cubicBezTo>
                    <a:lnTo>
                      <a:pt x="13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7" name="Freeform 12">
                <a:extLst>
                  <a:ext uri="{FF2B5EF4-FFF2-40B4-BE49-F238E27FC236}">
                    <a16:creationId xmlns:a16="http://schemas.microsoft.com/office/drawing/2014/main" id="{A5F15B1A-86EF-4CE6-887B-B155E066C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" y="726"/>
                <a:ext cx="153" cy="18"/>
              </a:xfrm>
              <a:custGeom>
                <a:avLst/>
                <a:gdLst>
                  <a:gd name="T0" fmla="*/ 94 w 100"/>
                  <a:gd name="T1" fmla="*/ 12 h 12"/>
                  <a:gd name="T2" fmla="*/ 6 w 100"/>
                  <a:gd name="T3" fmla="*/ 12 h 12"/>
                  <a:gd name="T4" fmla="*/ 0 w 100"/>
                  <a:gd name="T5" fmla="*/ 6 h 12"/>
                  <a:gd name="T6" fmla="*/ 6 w 100"/>
                  <a:gd name="T7" fmla="*/ 0 h 12"/>
                  <a:gd name="T8" fmla="*/ 94 w 100"/>
                  <a:gd name="T9" fmla="*/ 0 h 12"/>
                  <a:gd name="T10" fmla="*/ 100 w 100"/>
                  <a:gd name="T11" fmla="*/ 6 h 12"/>
                  <a:gd name="T12" fmla="*/ 94 w 10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12">
                    <a:moveTo>
                      <a:pt x="9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10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8" y="0"/>
                      <a:pt x="100" y="3"/>
                      <a:pt x="100" y="6"/>
                    </a:cubicBezTo>
                    <a:cubicBezTo>
                      <a:pt x="100" y="10"/>
                      <a:pt x="98" y="12"/>
                      <a:pt x="9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8" name="Freeform 13">
                <a:extLst>
                  <a:ext uri="{FF2B5EF4-FFF2-40B4-BE49-F238E27FC236}">
                    <a16:creationId xmlns:a16="http://schemas.microsoft.com/office/drawing/2014/main" id="{3FA5E32E-6683-4BCF-BA91-6220BBA24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726"/>
                <a:ext cx="172" cy="18"/>
              </a:xfrm>
              <a:custGeom>
                <a:avLst/>
                <a:gdLst>
                  <a:gd name="T0" fmla="*/ 106 w 112"/>
                  <a:gd name="T1" fmla="*/ 12 h 12"/>
                  <a:gd name="T2" fmla="*/ 6 w 112"/>
                  <a:gd name="T3" fmla="*/ 12 h 12"/>
                  <a:gd name="T4" fmla="*/ 0 w 112"/>
                  <a:gd name="T5" fmla="*/ 6 h 12"/>
                  <a:gd name="T6" fmla="*/ 6 w 112"/>
                  <a:gd name="T7" fmla="*/ 0 h 12"/>
                  <a:gd name="T8" fmla="*/ 106 w 112"/>
                  <a:gd name="T9" fmla="*/ 0 h 12"/>
                  <a:gd name="T10" fmla="*/ 112 w 112"/>
                  <a:gd name="T11" fmla="*/ 6 h 12"/>
                  <a:gd name="T12" fmla="*/ 106 w 112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2" h="12">
                    <a:moveTo>
                      <a:pt x="10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9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109" y="0"/>
                      <a:pt x="112" y="3"/>
                      <a:pt x="112" y="6"/>
                    </a:cubicBezTo>
                    <a:cubicBezTo>
                      <a:pt x="112" y="9"/>
                      <a:pt x="109" y="12"/>
                      <a:pt x="10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C1F3E06-9D89-40C4-B50C-6443AE971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734088" y="2761347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49" name="Group 127" descr="Dollar Coin with Graph Diagonal Up">
              <a:extLst>
                <a:ext uri="{FF2B5EF4-FFF2-40B4-BE49-F238E27FC236}">
                  <a16:creationId xmlns:a16="http://schemas.microsoft.com/office/drawing/2014/main" id="{5EE9FC7D-4C71-40BF-8944-0CE2724332F4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145733" y="3130536"/>
              <a:ext cx="464916" cy="454373"/>
              <a:chOff x="4656" y="1821"/>
              <a:chExt cx="441" cy="431"/>
            </a:xfrm>
            <a:solidFill>
              <a:schemeClr val="accent1"/>
            </a:solidFill>
          </p:grpSpPr>
          <p:sp>
            <p:nvSpPr>
              <p:cNvPr id="150" name="Freeform 128">
                <a:extLst>
                  <a:ext uri="{FF2B5EF4-FFF2-40B4-BE49-F238E27FC236}">
                    <a16:creationId xmlns:a16="http://schemas.microsoft.com/office/drawing/2014/main" id="{556B316C-2241-4374-8508-253CB98408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2" y="2037"/>
                <a:ext cx="415" cy="215"/>
              </a:xfrm>
              <a:custGeom>
                <a:avLst/>
                <a:gdLst>
                  <a:gd name="T0" fmla="*/ 7 w 271"/>
                  <a:gd name="T1" fmla="*/ 144 h 144"/>
                  <a:gd name="T2" fmla="*/ 2 w 271"/>
                  <a:gd name="T3" fmla="*/ 142 h 144"/>
                  <a:gd name="T4" fmla="*/ 3 w 271"/>
                  <a:gd name="T5" fmla="*/ 134 h 144"/>
                  <a:gd name="T6" fmla="*/ 111 w 271"/>
                  <a:gd name="T7" fmla="*/ 38 h 144"/>
                  <a:gd name="T8" fmla="*/ 119 w 271"/>
                  <a:gd name="T9" fmla="*/ 38 h 144"/>
                  <a:gd name="T10" fmla="*/ 175 w 271"/>
                  <a:gd name="T11" fmla="*/ 83 h 144"/>
                  <a:gd name="T12" fmla="*/ 261 w 271"/>
                  <a:gd name="T13" fmla="*/ 2 h 144"/>
                  <a:gd name="T14" fmla="*/ 269 w 271"/>
                  <a:gd name="T15" fmla="*/ 3 h 144"/>
                  <a:gd name="T16" fmla="*/ 269 w 271"/>
                  <a:gd name="T17" fmla="*/ 11 h 144"/>
                  <a:gd name="T18" fmla="*/ 179 w 271"/>
                  <a:gd name="T19" fmla="*/ 95 h 144"/>
                  <a:gd name="T20" fmla="*/ 171 w 271"/>
                  <a:gd name="T21" fmla="*/ 95 h 144"/>
                  <a:gd name="T22" fmla="*/ 115 w 271"/>
                  <a:gd name="T23" fmla="*/ 50 h 144"/>
                  <a:gd name="T24" fmla="*/ 11 w 271"/>
                  <a:gd name="T25" fmla="*/ 143 h 144"/>
                  <a:gd name="T26" fmla="*/ 7 w 271"/>
                  <a:gd name="T27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1" h="144">
                    <a:moveTo>
                      <a:pt x="7" y="144"/>
                    </a:moveTo>
                    <a:cubicBezTo>
                      <a:pt x="5" y="144"/>
                      <a:pt x="4" y="144"/>
                      <a:pt x="2" y="142"/>
                    </a:cubicBezTo>
                    <a:cubicBezTo>
                      <a:pt x="0" y="140"/>
                      <a:pt x="0" y="136"/>
                      <a:pt x="3" y="134"/>
                    </a:cubicBezTo>
                    <a:cubicBezTo>
                      <a:pt x="111" y="38"/>
                      <a:pt x="111" y="38"/>
                      <a:pt x="111" y="38"/>
                    </a:cubicBezTo>
                    <a:cubicBezTo>
                      <a:pt x="113" y="36"/>
                      <a:pt x="116" y="36"/>
                      <a:pt x="119" y="38"/>
                    </a:cubicBezTo>
                    <a:cubicBezTo>
                      <a:pt x="175" y="83"/>
                      <a:pt x="175" y="83"/>
                      <a:pt x="175" y="83"/>
                    </a:cubicBezTo>
                    <a:cubicBezTo>
                      <a:pt x="261" y="2"/>
                      <a:pt x="261" y="2"/>
                      <a:pt x="261" y="2"/>
                    </a:cubicBezTo>
                    <a:cubicBezTo>
                      <a:pt x="263" y="0"/>
                      <a:pt x="267" y="0"/>
                      <a:pt x="269" y="3"/>
                    </a:cubicBezTo>
                    <a:cubicBezTo>
                      <a:pt x="271" y="5"/>
                      <a:pt x="271" y="9"/>
                      <a:pt x="269" y="11"/>
                    </a:cubicBezTo>
                    <a:cubicBezTo>
                      <a:pt x="179" y="95"/>
                      <a:pt x="179" y="95"/>
                      <a:pt x="179" y="95"/>
                    </a:cubicBezTo>
                    <a:cubicBezTo>
                      <a:pt x="177" y="97"/>
                      <a:pt x="173" y="97"/>
                      <a:pt x="171" y="95"/>
                    </a:cubicBezTo>
                    <a:cubicBezTo>
                      <a:pt x="115" y="50"/>
                      <a:pt x="115" y="50"/>
                      <a:pt x="115" y="50"/>
                    </a:cubicBezTo>
                    <a:cubicBezTo>
                      <a:pt x="11" y="143"/>
                      <a:pt x="11" y="143"/>
                      <a:pt x="11" y="143"/>
                    </a:cubicBezTo>
                    <a:cubicBezTo>
                      <a:pt x="10" y="144"/>
                      <a:pt x="8" y="144"/>
                      <a:pt x="7" y="1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51" name="Freeform 129">
                <a:extLst>
                  <a:ext uri="{FF2B5EF4-FFF2-40B4-BE49-F238E27FC236}">
                    <a16:creationId xmlns:a16="http://schemas.microsoft.com/office/drawing/2014/main" id="{D3D156C3-D9FD-4F73-BFBA-C38AC43221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7" y="2038"/>
                <a:ext cx="90" cy="90"/>
              </a:xfrm>
              <a:custGeom>
                <a:avLst/>
                <a:gdLst>
                  <a:gd name="T0" fmla="*/ 53 w 59"/>
                  <a:gd name="T1" fmla="*/ 60 h 60"/>
                  <a:gd name="T2" fmla="*/ 47 w 59"/>
                  <a:gd name="T3" fmla="*/ 54 h 60"/>
                  <a:gd name="T4" fmla="*/ 47 w 59"/>
                  <a:gd name="T5" fmla="*/ 12 h 60"/>
                  <a:gd name="T6" fmla="*/ 6 w 59"/>
                  <a:gd name="T7" fmla="*/ 12 h 60"/>
                  <a:gd name="T8" fmla="*/ 0 w 59"/>
                  <a:gd name="T9" fmla="*/ 6 h 60"/>
                  <a:gd name="T10" fmla="*/ 6 w 59"/>
                  <a:gd name="T11" fmla="*/ 0 h 60"/>
                  <a:gd name="T12" fmla="*/ 53 w 59"/>
                  <a:gd name="T13" fmla="*/ 0 h 60"/>
                  <a:gd name="T14" fmla="*/ 59 w 59"/>
                  <a:gd name="T15" fmla="*/ 6 h 60"/>
                  <a:gd name="T16" fmla="*/ 59 w 59"/>
                  <a:gd name="T17" fmla="*/ 54 h 60"/>
                  <a:gd name="T18" fmla="*/ 53 w 59"/>
                  <a:gd name="T19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9" h="60">
                    <a:moveTo>
                      <a:pt x="53" y="60"/>
                    </a:moveTo>
                    <a:cubicBezTo>
                      <a:pt x="50" y="60"/>
                      <a:pt x="47" y="57"/>
                      <a:pt x="47" y="54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6" y="0"/>
                      <a:pt x="59" y="2"/>
                      <a:pt x="59" y="6"/>
                    </a:cubicBezTo>
                    <a:cubicBezTo>
                      <a:pt x="59" y="54"/>
                      <a:pt x="59" y="54"/>
                      <a:pt x="59" y="54"/>
                    </a:cubicBezTo>
                    <a:cubicBezTo>
                      <a:pt x="59" y="57"/>
                      <a:pt x="56" y="60"/>
                      <a:pt x="53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52" name="Freeform 130">
                <a:extLst>
                  <a:ext uri="{FF2B5EF4-FFF2-40B4-BE49-F238E27FC236}">
                    <a16:creationId xmlns:a16="http://schemas.microsoft.com/office/drawing/2014/main" id="{4E414DB7-E0FA-4386-BF6B-8AE5BA614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6" y="1821"/>
                <a:ext cx="331" cy="307"/>
              </a:xfrm>
              <a:custGeom>
                <a:avLst/>
                <a:gdLst>
                  <a:gd name="T0" fmla="*/ 60 w 216"/>
                  <a:gd name="T1" fmla="*/ 205 h 205"/>
                  <a:gd name="T2" fmla="*/ 57 w 216"/>
                  <a:gd name="T3" fmla="*/ 204 h 205"/>
                  <a:gd name="T4" fmla="*/ 0 w 216"/>
                  <a:gd name="T5" fmla="*/ 108 h 205"/>
                  <a:gd name="T6" fmla="*/ 108 w 216"/>
                  <a:gd name="T7" fmla="*/ 0 h 205"/>
                  <a:gd name="T8" fmla="*/ 216 w 216"/>
                  <a:gd name="T9" fmla="*/ 108 h 205"/>
                  <a:gd name="T10" fmla="*/ 196 w 216"/>
                  <a:gd name="T11" fmla="*/ 171 h 205"/>
                  <a:gd name="T12" fmla="*/ 188 w 216"/>
                  <a:gd name="T13" fmla="*/ 172 h 205"/>
                  <a:gd name="T14" fmla="*/ 186 w 216"/>
                  <a:gd name="T15" fmla="*/ 164 h 205"/>
                  <a:gd name="T16" fmla="*/ 204 w 216"/>
                  <a:gd name="T17" fmla="*/ 108 h 205"/>
                  <a:gd name="T18" fmla="*/ 108 w 216"/>
                  <a:gd name="T19" fmla="*/ 12 h 205"/>
                  <a:gd name="T20" fmla="*/ 12 w 216"/>
                  <a:gd name="T21" fmla="*/ 108 h 205"/>
                  <a:gd name="T22" fmla="*/ 63 w 216"/>
                  <a:gd name="T23" fmla="*/ 193 h 205"/>
                  <a:gd name="T24" fmla="*/ 65 w 216"/>
                  <a:gd name="T25" fmla="*/ 201 h 205"/>
                  <a:gd name="T26" fmla="*/ 60 w 216"/>
                  <a:gd name="T27" fmla="*/ 205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6" h="205">
                    <a:moveTo>
                      <a:pt x="60" y="205"/>
                    </a:moveTo>
                    <a:cubicBezTo>
                      <a:pt x="59" y="205"/>
                      <a:pt x="58" y="204"/>
                      <a:pt x="57" y="204"/>
                    </a:cubicBezTo>
                    <a:cubicBezTo>
                      <a:pt x="22" y="185"/>
                      <a:pt x="0" y="148"/>
                      <a:pt x="0" y="108"/>
                    </a:cubicBezTo>
                    <a:cubicBezTo>
                      <a:pt x="0" y="49"/>
                      <a:pt x="48" y="0"/>
                      <a:pt x="108" y="0"/>
                    </a:cubicBezTo>
                    <a:cubicBezTo>
                      <a:pt x="167" y="0"/>
                      <a:pt x="216" y="49"/>
                      <a:pt x="216" y="108"/>
                    </a:cubicBezTo>
                    <a:cubicBezTo>
                      <a:pt x="216" y="131"/>
                      <a:pt x="209" y="153"/>
                      <a:pt x="196" y="171"/>
                    </a:cubicBezTo>
                    <a:cubicBezTo>
                      <a:pt x="194" y="173"/>
                      <a:pt x="190" y="174"/>
                      <a:pt x="188" y="172"/>
                    </a:cubicBezTo>
                    <a:cubicBezTo>
                      <a:pt x="185" y="170"/>
                      <a:pt x="184" y="167"/>
                      <a:pt x="186" y="164"/>
                    </a:cubicBezTo>
                    <a:cubicBezTo>
                      <a:pt x="198" y="148"/>
                      <a:pt x="204" y="128"/>
                      <a:pt x="204" y="108"/>
                    </a:cubicBezTo>
                    <a:cubicBezTo>
                      <a:pt x="204" y="56"/>
                      <a:pt x="161" y="12"/>
                      <a:pt x="108" y="12"/>
                    </a:cubicBezTo>
                    <a:cubicBezTo>
                      <a:pt x="55" y="12"/>
                      <a:pt x="12" y="56"/>
                      <a:pt x="12" y="108"/>
                    </a:cubicBezTo>
                    <a:cubicBezTo>
                      <a:pt x="12" y="144"/>
                      <a:pt x="31" y="177"/>
                      <a:pt x="63" y="193"/>
                    </a:cubicBezTo>
                    <a:cubicBezTo>
                      <a:pt x="66" y="195"/>
                      <a:pt x="67" y="198"/>
                      <a:pt x="65" y="201"/>
                    </a:cubicBezTo>
                    <a:cubicBezTo>
                      <a:pt x="64" y="203"/>
                      <a:pt x="62" y="205"/>
                      <a:pt x="60" y="2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53" name="Freeform 131">
                <a:extLst>
                  <a:ext uri="{FF2B5EF4-FFF2-40B4-BE49-F238E27FC236}">
                    <a16:creationId xmlns:a16="http://schemas.microsoft.com/office/drawing/2014/main" id="{EE88C435-9303-4019-B929-C6AEE70E24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2" y="2035"/>
                <a:ext cx="19" cy="39"/>
              </a:xfrm>
              <a:custGeom>
                <a:avLst/>
                <a:gdLst>
                  <a:gd name="T0" fmla="*/ 6 w 12"/>
                  <a:gd name="T1" fmla="*/ 26 h 26"/>
                  <a:gd name="T2" fmla="*/ 0 w 12"/>
                  <a:gd name="T3" fmla="*/ 20 h 26"/>
                  <a:gd name="T4" fmla="*/ 0 w 12"/>
                  <a:gd name="T5" fmla="*/ 6 h 26"/>
                  <a:gd name="T6" fmla="*/ 6 w 12"/>
                  <a:gd name="T7" fmla="*/ 0 h 26"/>
                  <a:gd name="T8" fmla="*/ 12 w 12"/>
                  <a:gd name="T9" fmla="*/ 6 h 26"/>
                  <a:gd name="T10" fmla="*/ 12 w 12"/>
                  <a:gd name="T11" fmla="*/ 20 h 26"/>
                  <a:gd name="T12" fmla="*/ 6 w 12"/>
                  <a:gd name="T13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6">
                    <a:moveTo>
                      <a:pt x="6" y="26"/>
                    </a:moveTo>
                    <a:cubicBezTo>
                      <a:pt x="3" y="26"/>
                      <a:pt x="0" y="23"/>
                      <a:pt x="0" y="2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3"/>
                      <a:pt x="9" y="26"/>
                      <a:pt x="6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54" name="Freeform 132">
                <a:extLst>
                  <a:ext uri="{FF2B5EF4-FFF2-40B4-BE49-F238E27FC236}">
                    <a16:creationId xmlns:a16="http://schemas.microsoft.com/office/drawing/2014/main" id="{EAD2B53E-D9DF-4B0E-878B-C31B059F8D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2" y="1893"/>
                <a:ext cx="19" cy="39"/>
              </a:xfrm>
              <a:custGeom>
                <a:avLst/>
                <a:gdLst>
                  <a:gd name="T0" fmla="*/ 6 w 12"/>
                  <a:gd name="T1" fmla="*/ 26 h 26"/>
                  <a:gd name="T2" fmla="*/ 0 w 12"/>
                  <a:gd name="T3" fmla="*/ 20 h 26"/>
                  <a:gd name="T4" fmla="*/ 0 w 12"/>
                  <a:gd name="T5" fmla="*/ 6 h 26"/>
                  <a:gd name="T6" fmla="*/ 6 w 12"/>
                  <a:gd name="T7" fmla="*/ 0 h 26"/>
                  <a:gd name="T8" fmla="*/ 12 w 12"/>
                  <a:gd name="T9" fmla="*/ 6 h 26"/>
                  <a:gd name="T10" fmla="*/ 12 w 12"/>
                  <a:gd name="T11" fmla="*/ 20 h 26"/>
                  <a:gd name="T12" fmla="*/ 6 w 12"/>
                  <a:gd name="T13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6">
                    <a:moveTo>
                      <a:pt x="6" y="26"/>
                    </a:moveTo>
                    <a:cubicBezTo>
                      <a:pt x="3" y="26"/>
                      <a:pt x="0" y="23"/>
                      <a:pt x="0" y="2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3"/>
                      <a:pt x="9" y="26"/>
                      <a:pt x="6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55" name="Freeform 133">
                <a:extLst>
                  <a:ext uri="{FF2B5EF4-FFF2-40B4-BE49-F238E27FC236}">
                    <a16:creationId xmlns:a16="http://schemas.microsoft.com/office/drawing/2014/main" id="{E61632F3-0946-4226-90C7-B28E4BFCC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0" y="1914"/>
                <a:ext cx="81" cy="139"/>
              </a:xfrm>
              <a:custGeom>
                <a:avLst/>
                <a:gdLst>
                  <a:gd name="T0" fmla="*/ 27 w 53"/>
                  <a:gd name="T1" fmla="*/ 93 h 93"/>
                  <a:gd name="T2" fmla="*/ 0 w 53"/>
                  <a:gd name="T3" fmla="*/ 67 h 93"/>
                  <a:gd name="T4" fmla="*/ 6 w 53"/>
                  <a:gd name="T5" fmla="*/ 61 h 93"/>
                  <a:gd name="T6" fmla="*/ 12 w 53"/>
                  <a:gd name="T7" fmla="*/ 67 h 93"/>
                  <a:gd name="T8" fmla="*/ 27 w 53"/>
                  <a:gd name="T9" fmla="*/ 81 h 93"/>
                  <a:gd name="T10" fmla="*/ 41 w 53"/>
                  <a:gd name="T11" fmla="*/ 67 h 93"/>
                  <a:gd name="T12" fmla="*/ 27 w 53"/>
                  <a:gd name="T13" fmla="*/ 52 h 93"/>
                  <a:gd name="T14" fmla="*/ 0 w 53"/>
                  <a:gd name="T15" fmla="*/ 26 h 93"/>
                  <a:gd name="T16" fmla="*/ 27 w 53"/>
                  <a:gd name="T17" fmla="*/ 0 h 93"/>
                  <a:gd name="T18" fmla="*/ 53 w 53"/>
                  <a:gd name="T19" fmla="*/ 26 h 93"/>
                  <a:gd name="T20" fmla="*/ 47 w 53"/>
                  <a:gd name="T21" fmla="*/ 32 h 93"/>
                  <a:gd name="T22" fmla="*/ 41 w 53"/>
                  <a:gd name="T23" fmla="*/ 26 h 93"/>
                  <a:gd name="T24" fmla="*/ 27 w 53"/>
                  <a:gd name="T25" fmla="*/ 12 h 93"/>
                  <a:gd name="T26" fmla="*/ 12 w 53"/>
                  <a:gd name="T27" fmla="*/ 26 h 93"/>
                  <a:gd name="T28" fmla="*/ 27 w 53"/>
                  <a:gd name="T29" fmla="*/ 40 h 93"/>
                  <a:gd name="T30" fmla="*/ 53 w 53"/>
                  <a:gd name="T31" fmla="*/ 67 h 93"/>
                  <a:gd name="T32" fmla="*/ 27 w 53"/>
                  <a:gd name="T33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3" h="93">
                    <a:moveTo>
                      <a:pt x="27" y="93"/>
                    </a:moveTo>
                    <a:cubicBezTo>
                      <a:pt x="12" y="93"/>
                      <a:pt x="0" y="81"/>
                      <a:pt x="0" y="67"/>
                    </a:cubicBezTo>
                    <a:cubicBezTo>
                      <a:pt x="0" y="64"/>
                      <a:pt x="3" y="61"/>
                      <a:pt x="6" y="61"/>
                    </a:cubicBezTo>
                    <a:cubicBezTo>
                      <a:pt x="10" y="61"/>
                      <a:pt x="12" y="64"/>
                      <a:pt x="12" y="67"/>
                    </a:cubicBezTo>
                    <a:cubicBezTo>
                      <a:pt x="12" y="75"/>
                      <a:pt x="19" y="81"/>
                      <a:pt x="27" y="81"/>
                    </a:cubicBezTo>
                    <a:cubicBezTo>
                      <a:pt x="35" y="81"/>
                      <a:pt x="41" y="75"/>
                      <a:pt x="41" y="67"/>
                    </a:cubicBezTo>
                    <a:cubicBezTo>
                      <a:pt x="41" y="59"/>
                      <a:pt x="35" y="52"/>
                      <a:pt x="27" y="52"/>
                    </a:cubicBezTo>
                    <a:cubicBezTo>
                      <a:pt x="12" y="52"/>
                      <a:pt x="0" y="41"/>
                      <a:pt x="0" y="26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1" y="0"/>
                      <a:pt x="53" y="12"/>
                      <a:pt x="53" y="26"/>
                    </a:cubicBezTo>
                    <a:cubicBezTo>
                      <a:pt x="53" y="29"/>
                      <a:pt x="51" y="32"/>
                      <a:pt x="47" y="32"/>
                    </a:cubicBezTo>
                    <a:cubicBezTo>
                      <a:pt x="44" y="32"/>
                      <a:pt x="41" y="29"/>
                      <a:pt x="41" y="26"/>
                    </a:cubicBezTo>
                    <a:cubicBezTo>
                      <a:pt x="41" y="18"/>
                      <a:pt x="35" y="12"/>
                      <a:pt x="27" y="12"/>
                    </a:cubicBezTo>
                    <a:cubicBezTo>
                      <a:pt x="19" y="12"/>
                      <a:pt x="12" y="18"/>
                      <a:pt x="12" y="26"/>
                    </a:cubicBezTo>
                    <a:cubicBezTo>
                      <a:pt x="12" y="34"/>
                      <a:pt x="19" y="40"/>
                      <a:pt x="27" y="40"/>
                    </a:cubicBezTo>
                    <a:cubicBezTo>
                      <a:pt x="41" y="40"/>
                      <a:pt x="53" y="52"/>
                      <a:pt x="53" y="67"/>
                    </a:cubicBezTo>
                    <a:cubicBezTo>
                      <a:pt x="53" y="81"/>
                      <a:pt x="41" y="93"/>
                      <a:pt x="27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EA08E97-42D9-4114-8606-BD6912081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004706" y="2761347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56" name="Group 21" descr="Chart Node Questions">
              <a:extLst>
                <a:ext uri="{FF2B5EF4-FFF2-40B4-BE49-F238E27FC236}">
                  <a16:creationId xmlns:a16="http://schemas.microsoft.com/office/drawing/2014/main" id="{4553BC09-0D5D-47BD-A21E-EA37E50F4527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420433" y="3170602"/>
              <a:ext cx="473118" cy="374241"/>
              <a:chOff x="526" y="695"/>
              <a:chExt cx="445" cy="352"/>
            </a:xfrm>
            <a:solidFill>
              <a:schemeClr val="accent1"/>
            </a:solidFill>
          </p:grpSpPr>
          <p:sp>
            <p:nvSpPr>
              <p:cNvPr id="157" name="Freeform 241">
                <a:extLst>
                  <a:ext uri="{FF2B5EF4-FFF2-40B4-BE49-F238E27FC236}">
                    <a16:creationId xmlns:a16="http://schemas.microsoft.com/office/drawing/2014/main" id="{B3C62A85-7B22-4487-AE95-D43D78BFA1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" y="741"/>
                <a:ext cx="382" cy="306"/>
              </a:xfrm>
              <a:custGeom>
                <a:avLst/>
                <a:gdLst>
                  <a:gd name="T0" fmla="*/ 243 w 250"/>
                  <a:gd name="T1" fmla="*/ 191 h 204"/>
                  <a:gd name="T2" fmla="*/ 13 w 250"/>
                  <a:gd name="T3" fmla="*/ 191 h 204"/>
                  <a:gd name="T4" fmla="*/ 13 w 250"/>
                  <a:gd name="T5" fmla="*/ 8 h 204"/>
                  <a:gd name="T6" fmla="*/ 7 w 250"/>
                  <a:gd name="T7" fmla="*/ 0 h 204"/>
                  <a:gd name="T8" fmla="*/ 0 w 250"/>
                  <a:gd name="T9" fmla="*/ 8 h 204"/>
                  <a:gd name="T10" fmla="*/ 0 w 250"/>
                  <a:gd name="T11" fmla="*/ 198 h 204"/>
                  <a:gd name="T12" fmla="*/ 7 w 250"/>
                  <a:gd name="T13" fmla="*/ 204 h 204"/>
                  <a:gd name="T14" fmla="*/ 243 w 250"/>
                  <a:gd name="T15" fmla="*/ 204 h 204"/>
                  <a:gd name="T16" fmla="*/ 250 w 250"/>
                  <a:gd name="T17" fmla="*/ 198 h 204"/>
                  <a:gd name="T18" fmla="*/ 243 w 250"/>
                  <a:gd name="T19" fmla="*/ 191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0" h="204">
                    <a:moveTo>
                      <a:pt x="243" y="191"/>
                    </a:moveTo>
                    <a:cubicBezTo>
                      <a:pt x="13" y="191"/>
                      <a:pt x="13" y="191"/>
                      <a:pt x="13" y="191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4"/>
                      <a:pt x="10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98"/>
                      <a:pt x="0" y="198"/>
                      <a:pt x="0" y="198"/>
                    </a:cubicBezTo>
                    <a:cubicBezTo>
                      <a:pt x="0" y="201"/>
                      <a:pt x="3" y="204"/>
                      <a:pt x="7" y="204"/>
                    </a:cubicBezTo>
                    <a:cubicBezTo>
                      <a:pt x="243" y="204"/>
                      <a:pt x="243" y="204"/>
                      <a:pt x="243" y="204"/>
                    </a:cubicBezTo>
                    <a:cubicBezTo>
                      <a:pt x="247" y="204"/>
                      <a:pt x="250" y="201"/>
                      <a:pt x="250" y="198"/>
                    </a:cubicBezTo>
                    <a:cubicBezTo>
                      <a:pt x="250" y="194"/>
                      <a:pt x="247" y="191"/>
                      <a:pt x="243" y="1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8" name="Freeform 242">
                <a:extLst>
                  <a:ext uri="{FF2B5EF4-FFF2-40B4-BE49-F238E27FC236}">
                    <a16:creationId xmlns:a16="http://schemas.microsoft.com/office/drawing/2014/main" id="{02FF5BC7-173C-4C02-93BB-E1156F33F92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3" y="695"/>
                <a:ext cx="398" cy="284"/>
              </a:xfrm>
              <a:custGeom>
                <a:avLst/>
                <a:gdLst>
                  <a:gd name="T0" fmla="*/ 208 w 260"/>
                  <a:gd name="T1" fmla="*/ 0 h 190"/>
                  <a:gd name="T2" fmla="*/ 157 w 260"/>
                  <a:gd name="T3" fmla="*/ 51 h 190"/>
                  <a:gd name="T4" fmla="*/ 173 w 260"/>
                  <a:gd name="T5" fmla="*/ 89 h 190"/>
                  <a:gd name="T6" fmla="*/ 149 w 260"/>
                  <a:gd name="T7" fmla="*/ 122 h 190"/>
                  <a:gd name="T8" fmla="*/ 139 w 260"/>
                  <a:gd name="T9" fmla="*/ 120 h 190"/>
                  <a:gd name="T10" fmla="*/ 122 w 260"/>
                  <a:gd name="T11" fmla="*/ 126 h 190"/>
                  <a:gd name="T12" fmla="*/ 104 w 260"/>
                  <a:gd name="T13" fmla="*/ 113 h 190"/>
                  <a:gd name="T14" fmla="*/ 106 w 260"/>
                  <a:gd name="T15" fmla="*/ 104 h 190"/>
                  <a:gd name="T16" fmla="*/ 80 w 260"/>
                  <a:gd name="T17" fmla="*/ 78 h 190"/>
                  <a:gd name="T18" fmla="*/ 55 w 260"/>
                  <a:gd name="T19" fmla="*/ 104 h 190"/>
                  <a:gd name="T20" fmla="*/ 59 w 260"/>
                  <a:gd name="T21" fmla="*/ 118 h 190"/>
                  <a:gd name="T22" fmla="*/ 37 w 260"/>
                  <a:gd name="T23" fmla="*/ 141 h 190"/>
                  <a:gd name="T24" fmla="*/ 26 w 260"/>
                  <a:gd name="T25" fmla="*/ 139 h 190"/>
                  <a:gd name="T26" fmla="*/ 0 w 260"/>
                  <a:gd name="T27" fmla="*/ 164 h 190"/>
                  <a:gd name="T28" fmla="*/ 26 w 260"/>
                  <a:gd name="T29" fmla="*/ 190 h 190"/>
                  <a:gd name="T30" fmla="*/ 52 w 260"/>
                  <a:gd name="T31" fmla="*/ 164 h 190"/>
                  <a:gd name="T32" fmla="*/ 47 w 260"/>
                  <a:gd name="T33" fmla="*/ 150 h 190"/>
                  <a:gd name="T34" fmla="*/ 69 w 260"/>
                  <a:gd name="T35" fmla="*/ 127 h 190"/>
                  <a:gd name="T36" fmla="*/ 80 w 260"/>
                  <a:gd name="T37" fmla="*/ 130 h 190"/>
                  <a:gd name="T38" fmla="*/ 97 w 260"/>
                  <a:gd name="T39" fmla="*/ 123 h 190"/>
                  <a:gd name="T40" fmla="*/ 115 w 260"/>
                  <a:gd name="T41" fmla="*/ 137 h 190"/>
                  <a:gd name="T42" fmla="*/ 113 w 260"/>
                  <a:gd name="T43" fmla="*/ 146 h 190"/>
                  <a:gd name="T44" fmla="*/ 139 w 260"/>
                  <a:gd name="T45" fmla="*/ 171 h 190"/>
                  <a:gd name="T46" fmla="*/ 165 w 260"/>
                  <a:gd name="T47" fmla="*/ 146 h 190"/>
                  <a:gd name="T48" fmla="*/ 159 w 260"/>
                  <a:gd name="T49" fmla="*/ 130 h 190"/>
                  <a:gd name="T50" fmla="*/ 183 w 260"/>
                  <a:gd name="T51" fmla="*/ 97 h 190"/>
                  <a:gd name="T52" fmla="*/ 208 w 260"/>
                  <a:gd name="T53" fmla="*/ 103 h 190"/>
                  <a:gd name="T54" fmla="*/ 260 w 260"/>
                  <a:gd name="T55" fmla="*/ 51 h 190"/>
                  <a:gd name="T56" fmla="*/ 208 w 260"/>
                  <a:gd name="T57" fmla="*/ 0 h 190"/>
                  <a:gd name="T58" fmla="*/ 38 w 260"/>
                  <a:gd name="T59" fmla="*/ 164 h 190"/>
                  <a:gd name="T60" fmla="*/ 26 w 260"/>
                  <a:gd name="T61" fmla="*/ 177 h 190"/>
                  <a:gd name="T62" fmla="*/ 13 w 260"/>
                  <a:gd name="T63" fmla="*/ 164 h 190"/>
                  <a:gd name="T64" fmla="*/ 26 w 260"/>
                  <a:gd name="T65" fmla="*/ 152 h 190"/>
                  <a:gd name="T66" fmla="*/ 28 w 260"/>
                  <a:gd name="T67" fmla="*/ 152 h 190"/>
                  <a:gd name="T68" fmla="*/ 37 w 260"/>
                  <a:gd name="T69" fmla="*/ 161 h 190"/>
                  <a:gd name="T70" fmla="*/ 38 w 260"/>
                  <a:gd name="T71" fmla="*/ 164 h 190"/>
                  <a:gd name="T72" fmla="*/ 80 w 260"/>
                  <a:gd name="T73" fmla="*/ 116 h 190"/>
                  <a:gd name="T74" fmla="*/ 78 w 260"/>
                  <a:gd name="T75" fmla="*/ 116 h 190"/>
                  <a:gd name="T76" fmla="*/ 69 w 260"/>
                  <a:gd name="T77" fmla="*/ 107 h 190"/>
                  <a:gd name="T78" fmla="*/ 69 w 260"/>
                  <a:gd name="T79" fmla="*/ 104 h 190"/>
                  <a:gd name="T80" fmla="*/ 80 w 260"/>
                  <a:gd name="T81" fmla="*/ 91 h 190"/>
                  <a:gd name="T82" fmla="*/ 93 w 260"/>
                  <a:gd name="T83" fmla="*/ 104 h 190"/>
                  <a:gd name="T84" fmla="*/ 93 w 260"/>
                  <a:gd name="T85" fmla="*/ 105 h 190"/>
                  <a:gd name="T86" fmla="*/ 85 w 260"/>
                  <a:gd name="T87" fmla="*/ 115 h 190"/>
                  <a:gd name="T88" fmla="*/ 80 w 260"/>
                  <a:gd name="T89" fmla="*/ 116 h 190"/>
                  <a:gd name="T90" fmla="*/ 151 w 260"/>
                  <a:gd name="T91" fmla="*/ 146 h 190"/>
                  <a:gd name="T92" fmla="*/ 139 w 260"/>
                  <a:gd name="T93" fmla="*/ 158 h 190"/>
                  <a:gd name="T94" fmla="*/ 126 w 260"/>
                  <a:gd name="T95" fmla="*/ 146 h 190"/>
                  <a:gd name="T96" fmla="*/ 126 w 260"/>
                  <a:gd name="T97" fmla="*/ 145 h 190"/>
                  <a:gd name="T98" fmla="*/ 134 w 260"/>
                  <a:gd name="T99" fmla="*/ 134 h 190"/>
                  <a:gd name="T100" fmla="*/ 139 w 260"/>
                  <a:gd name="T101" fmla="*/ 133 h 190"/>
                  <a:gd name="T102" fmla="*/ 140 w 260"/>
                  <a:gd name="T103" fmla="*/ 133 h 190"/>
                  <a:gd name="T104" fmla="*/ 151 w 260"/>
                  <a:gd name="T105" fmla="*/ 141 h 190"/>
                  <a:gd name="T106" fmla="*/ 151 w 260"/>
                  <a:gd name="T107" fmla="*/ 146 h 190"/>
                  <a:gd name="T108" fmla="*/ 208 w 260"/>
                  <a:gd name="T109" fmla="*/ 90 h 190"/>
                  <a:gd name="T110" fmla="*/ 191 w 260"/>
                  <a:gd name="T111" fmla="*/ 86 h 190"/>
                  <a:gd name="T112" fmla="*/ 181 w 260"/>
                  <a:gd name="T113" fmla="*/ 78 h 190"/>
                  <a:gd name="T114" fmla="*/ 170 w 260"/>
                  <a:gd name="T115" fmla="*/ 51 h 190"/>
                  <a:gd name="T116" fmla="*/ 208 w 260"/>
                  <a:gd name="T117" fmla="*/ 13 h 190"/>
                  <a:gd name="T118" fmla="*/ 247 w 260"/>
                  <a:gd name="T119" fmla="*/ 51 h 190"/>
                  <a:gd name="T120" fmla="*/ 208 w 260"/>
                  <a:gd name="T121" fmla="*/ 9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60" h="190">
                    <a:moveTo>
                      <a:pt x="208" y="0"/>
                    </a:moveTo>
                    <a:cubicBezTo>
                      <a:pt x="180" y="0"/>
                      <a:pt x="157" y="23"/>
                      <a:pt x="157" y="51"/>
                    </a:cubicBezTo>
                    <a:cubicBezTo>
                      <a:pt x="157" y="66"/>
                      <a:pt x="163" y="80"/>
                      <a:pt x="173" y="89"/>
                    </a:cubicBezTo>
                    <a:cubicBezTo>
                      <a:pt x="149" y="122"/>
                      <a:pt x="149" y="122"/>
                      <a:pt x="149" y="122"/>
                    </a:cubicBezTo>
                    <a:cubicBezTo>
                      <a:pt x="145" y="121"/>
                      <a:pt x="142" y="120"/>
                      <a:pt x="139" y="120"/>
                    </a:cubicBezTo>
                    <a:cubicBezTo>
                      <a:pt x="133" y="120"/>
                      <a:pt x="126" y="122"/>
                      <a:pt x="122" y="126"/>
                    </a:cubicBezTo>
                    <a:cubicBezTo>
                      <a:pt x="104" y="113"/>
                      <a:pt x="104" y="113"/>
                      <a:pt x="104" y="113"/>
                    </a:cubicBezTo>
                    <a:cubicBezTo>
                      <a:pt x="106" y="110"/>
                      <a:pt x="106" y="107"/>
                      <a:pt x="106" y="104"/>
                    </a:cubicBezTo>
                    <a:cubicBezTo>
                      <a:pt x="106" y="90"/>
                      <a:pt x="94" y="78"/>
                      <a:pt x="80" y="78"/>
                    </a:cubicBezTo>
                    <a:cubicBezTo>
                      <a:pt x="67" y="78"/>
                      <a:pt x="55" y="90"/>
                      <a:pt x="55" y="104"/>
                    </a:cubicBezTo>
                    <a:cubicBezTo>
                      <a:pt x="55" y="109"/>
                      <a:pt x="56" y="114"/>
                      <a:pt x="59" y="118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34" y="139"/>
                      <a:pt x="30" y="139"/>
                      <a:pt x="26" y="139"/>
                    </a:cubicBezTo>
                    <a:cubicBezTo>
                      <a:pt x="12" y="139"/>
                      <a:pt x="0" y="150"/>
                      <a:pt x="0" y="164"/>
                    </a:cubicBezTo>
                    <a:cubicBezTo>
                      <a:pt x="0" y="179"/>
                      <a:pt x="12" y="190"/>
                      <a:pt x="26" y="190"/>
                    </a:cubicBezTo>
                    <a:cubicBezTo>
                      <a:pt x="40" y="190"/>
                      <a:pt x="52" y="179"/>
                      <a:pt x="52" y="164"/>
                    </a:cubicBezTo>
                    <a:cubicBezTo>
                      <a:pt x="52" y="159"/>
                      <a:pt x="50" y="155"/>
                      <a:pt x="47" y="150"/>
                    </a:cubicBezTo>
                    <a:cubicBezTo>
                      <a:pt x="69" y="127"/>
                      <a:pt x="69" y="127"/>
                      <a:pt x="69" y="127"/>
                    </a:cubicBezTo>
                    <a:cubicBezTo>
                      <a:pt x="72" y="129"/>
                      <a:pt x="77" y="130"/>
                      <a:pt x="80" y="130"/>
                    </a:cubicBezTo>
                    <a:cubicBezTo>
                      <a:pt x="86" y="130"/>
                      <a:pt x="93" y="127"/>
                      <a:pt x="97" y="123"/>
                    </a:cubicBezTo>
                    <a:cubicBezTo>
                      <a:pt x="115" y="137"/>
                      <a:pt x="115" y="137"/>
                      <a:pt x="115" y="137"/>
                    </a:cubicBezTo>
                    <a:cubicBezTo>
                      <a:pt x="114" y="139"/>
                      <a:pt x="113" y="142"/>
                      <a:pt x="113" y="146"/>
                    </a:cubicBezTo>
                    <a:cubicBezTo>
                      <a:pt x="113" y="159"/>
                      <a:pt x="125" y="171"/>
                      <a:pt x="139" y="171"/>
                    </a:cubicBezTo>
                    <a:cubicBezTo>
                      <a:pt x="153" y="171"/>
                      <a:pt x="165" y="159"/>
                      <a:pt x="165" y="146"/>
                    </a:cubicBezTo>
                    <a:cubicBezTo>
                      <a:pt x="165" y="139"/>
                      <a:pt x="162" y="134"/>
                      <a:pt x="159" y="130"/>
                    </a:cubicBezTo>
                    <a:cubicBezTo>
                      <a:pt x="183" y="97"/>
                      <a:pt x="183" y="97"/>
                      <a:pt x="183" y="97"/>
                    </a:cubicBezTo>
                    <a:cubicBezTo>
                      <a:pt x="191" y="101"/>
                      <a:pt x="199" y="103"/>
                      <a:pt x="208" y="103"/>
                    </a:cubicBezTo>
                    <a:cubicBezTo>
                      <a:pt x="237" y="103"/>
                      <a:pt x="260" y="80"/>
                      <a:pt x="260" y="51"/>
                    </a:cubicBezTo>
                    <a:cubicBezTo>
                      <a:pt x="260" y="23"/>
                      <a:pt x="237" y="0"/>
                      <a:pt x="208" y="0"/>
                    </a:cubicBezTo>
                    <a:close/>
                    <a:moveTo>
                      <a:pt x="38" y="164"/>
                    </a:moveTo>
                    <a:cubicBezTo>
                      <a:pt x="38" y="172"/>
                      <a:pt x="33" y="177"/>
                      <a:pt x="26" y="177"/>
                    </a:cubicBezTo>
                    <a:cubicBezTo>
                      <a:pt x="19" y="177"/>
                      <a:pt x="13" y="172"/>
                      <a:pt x="13" y="164"/>
                    </a:cubicBezTo>
                    <a:cubicBezTo>
                      <a:pt x="13" y="157"/>
                      <a:pt x="19" y="152"/>
                      <a:pt x="26" y="152"/>
                    </a:cubicBezTo>
                    <a:cubicBezTo>
                      <a:pt x="27" y="152"/>
                      <a:pt x="28" y="152"/>
                      <a:pt x="28" y="152"/>
                    </a:cubicBezTo>
                    <a:cubicBezTo>
                      <a:pt x="33" y="153"/>
                      <a:pt x="37" y="156"/>
                      <a:pt x="37" y="161"/>
                    </a:cubicBezTo>
                    <a:cubicBezTo>
                      <a:pt x="38" y="162"/>
                      <a:pt x="38" y="164"/>
                      <a:pt x="38" y="164"/>
                    </a:cubicBezTo>
                    <a:close/>
                    <a:moveTo>
                      <a:pt x="80" y="116"/>
                    </a:moveTo>
                    <a:cubicBezTo>
                      <a:pt x="80" y="116"/>
                      <a:pt x="79" y="116"/>
                      <a:pt x="78" y="116"/>
                    </a:cubicBezTo>
                    <a:cubicBezTo>
                      <a:pt x="74" y="115"/>
                      <a:pt x="69" y="112"/>
                      <a:pt x="69" y="107"/>
                    </a:cubicBezTo>
                    <a:cubicBezTo>
                      <a:pt x="69" y="106"/>
                      <a:pt x="69" y="105"/>
                      <a:pt x="69" y="104"/>
                    </a:cubicBezTo>
                    <a:cubicBezTo>
                      <a:pt x="69" y="97"/>
                      <a:pt x="74" y="91"/>
                      <a:pt x="80" y="91"/>
                    </a:cubicBezTo>
                    <a:cubicBezTo>
                      <a:pt x="87" y="91"/>
                      <a:pt x="93" y="97"/>
                      <a:pt x="93" y="104"/>
                    </a:cubicBezTo>
                    <a:cubicBezTo>
                      <a:pt x="93" y="105"/>
                      <a:pt x="93" y="105"/>
                      <a:pt x="93" y="105"/>
                    </a:cubicBezTo>
                    <a:cubicBezTo>
                      <a:pt x="93" y="109"/>
                      <a:pt x="90" y="114"/>
                      <a:pt x="85" y="115"/>
                    </a:cubicBezTo>
                    <a:cubicBezTo>
                      <a:pt x="84" y="116"/>
                      <a:pt x="82" y="116"/>
                      <a:pt x="80" y="116"/>
                    </a:cubicBezTo>
                    <a:close/>
                    <a:moveTo>
                      <a:pt x="151" y="146"/>
                    </a:moveTo>
                    <a:cubicBezTo>
                      <a:pt x="151" y="152"/>
                      <a:pt x="145" y="158"/>
                      <a:pt x="139" y="158"/>
                    </a:cubicBezTo>
                    <a:cubicBezTo>
                      <a:pt x="132" y="158"/>
                      <a:pt x="126" y="152"/>
                      <a:pt x="126" y="146"/>
                    </a:cubicBezTo>
                    <a:cubicBezTo>
                      <a:pt x="126" y="145"/>
                      <a:pt x="126" y="145"/>
                      <a:pt x="126" y="145"/>
                    </a:cubicBezTo>
                    <a:cubicBezTo>
                      <a:pt x="126" y="139"/>
                      <a:pt x="130" y="136"/>
                      <a:pt x="134" y="134"/>
                    </a:cubicBezTo>
                    <a:cubicBezTo>
                      <a:pt x="135" y="133"/>
                      <a:pt x="137" y="133"/>
                      <a:pt x="139" y="133"/>
                    </a:cubicBezTo>
                    <a:cubicBezTo>
                      <a:pt x="140" y="133"/>
                      <a:pt x="140" y="133"/>
                      <a:pt x="140" y="133"/>
                    </a:cubicBezTo>
                    <a:cubicBezTo>
                      <a:pt x="144" y="133"/>
                      <a:pt x="149" y="137"/>
                      <a:pt x="151" y="141"/>
                    </a:cubicBezTo>
                    <a:cubicBezTo>
                      <a:pt x="151" y="142"/>
                      <a:pt x="151" y="144"/>
                      <a:pt x="151" y="146"/>
                    </a:cubicBezTo>
                    <a:close/>
                    <a:moveTo>
                      <a:pt x="208" y="90"/>
                    </a:moveTo>
                    <a:cubicBezTo>
                      <a:pt x="202" y="90"/>
                      <a:pt x="197" y="89"/>
                      <a:pt x="191" y="86"/>
                    </a:cubicBezTo>
                    <a:cubicBezTo>
                      <a:pt x="188" y="84"/>
                      <a:pt x="184" y="82"/>
                      <a:pt x="181" y="78"/>
                    </a:cubicBezTo>
                    <a:cubicBezTo>
                      <a:pt x="175" y="72"/>
                      <a:pt x="170" y="62"/>
                      <a:pt x="170" y="51"/>
                    </a:cubicBezTo>
                    <a:cubicBezTo>
                      <a:pt x="170" y="30"/>
                      <a:pt x="187" y="13"/>
                      <a:pt x="208" y="13"/>
                    </a:cubicBezTo>
                    <a:cubicBezTo>
                      <a:pt x="230" y="13"/>
                      <a:pt x="247" y="30"/>
                      <a:pt x="247" y="51"/>
                    </a:cubicBezTo>
                    <a:cubicBezTo>
                      <a:pt x="247" y="73"/>
                      <a:pt x="230" y="90"/>
                      <a:pt x="208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9" name="Freeform 243">
                <a:extLst>
                  <a:ext uri="{FF2B5EF4-FFF2-40B4-BE49-F238E27FC236}">
                    <a16:creationId xmlns:a16="http://schemas.microsoft.com/office/drawing/2014/main" id="{0B4FABFF-E931-45D9-9F09-FFB971D88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5" y="800"/>
                <a:ext cx="17" cy="16"/>
              </a:xfrm>
              <a:custGeom>
                <a:avLst/>
                <a:gdLst>
                  <a:gd name="T0" fmla="*/ 0 w 17"/>
                  <a:gd name="T1" fmla="*/ 0 h 16"/>
                  <a:gd name="T2" fmla="*/ 17 w 17"/>
                  <a:gd name="T3" fmla="*/ 0 h 16"/>
                  <a:gd name="T4" fmla="*/ 17 w 17"/>
                  <a:gd name="T5" fmla="*/ 16 h 16"/>
                  <a:gd name="T6" fmla="*/ 0 w 17"/>
                  <a:gd name="T7" fmla="*/ 16 h 16"/>
                  <a:gd name="T8" fmla="*/ 0 w 17"/>
                  <a:gd name="T9" fmla="*/ 0 h 16"/>
                  <a:gd name="T10" fmla="*/ 0 w 17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16">
                    <a:moveTo>
                      <a:pt x="0" y="0"/>
                    </a:moveTo>
                    <a:lnTo>
                      <a:pt x="17" y="0"/>
                    </a:lnTo>
                    <a:lnTo>
                      <a:pt x="17" y="16"/>
                    </a:lnTo>
                    <a:lnTo>
                      <a:pt x="0" y="1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0" name="Freeform 244">
                <a:extLst>
                  <a:ext uri="{FF2B5EF4-FFF2-40B4-BE49-F238E27FC236}">
                    <a16:creationId xmlns:a16="http://schemas.microsoft.com/office/drawing/2014/main" id="{39E573A8-DA9B-4A30-A077-4410C59B36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" y="725"/>
                <a:ext cx="65" cy="67"/>
              </a:xfrm>
              <a:custGeom>
                <a:avLst/>
                <a:gdLst>
                  <a:gd name="T0" fmla="*/ 21 w 43"/>
                  <a:gd name="T1" fmla="*/ 0 h 45"/>
                  <a:gd name="T2" fmla="*/ 6 w 43"/>
                  <a:gd name="T3" fmla="*/ 6 h 45"/>
                  <a:gd name="T4" fmla="*/ 0 w 43"/>
                  <a:gd name="T5" fmla="*/ 18 h 45"/>
                  <a:gd name="T6" fmla="*/ 10 w 43"/>
                  <a:gd name="T7" fmla="*/ 19 h 45"/>
                  <a:gd name="T8" fmla="*/ 14 w 43"/>
                  <a:gd name="T9" fmla="*/ 12 h 45"/>
                  <a:gd name="T10" fmla="*/ 21 w 43"/>
                  <a:gd name="T11" fmla="*/ 9 h 45"/>
                  <a:gd name="T12" fmla="*/ 28 w 43"/>
                  <a:gd name="T13" fmla="*/ 11 h 45"/>
                  <a:gd name="T14" fmla="*/ 31 w 43"/>
                  <a:gd name="T15" fmla="*/ 17 h 45"/>
                  <a:gd name="T16" fmla="*/ 29 w 43"/>
                  <a:gd name="T17" fmla="*/ 22 h 45"/>
                  <a:gd name="T18" fmla="*/ 24 w 43"/>
                  <a:gd name="T19" fmla="*/ 27 h 45"/>
                  <a:gd name="T20" fmla="*/ 17 w 43"/>
                  <a:gd name="T21" fmla="*/ 35 h 45"/>
                  <a:gd name="T22" fmla="*/ 15 w 43"/>
                  <a:gd name="T23" fmla="*/ 43 h 45"/>
                  <a:gd name="T24" fmla="*/ 16 w 43"/>
                  <a:gd name="T25" fmla="*/ 45 h 45"/>
                  <a:gd name="T26" fmla="*/ 26 w 43"/>
                  <a:gd name="T27" fmla="*/ 45 h 45"/>
                  <a:gd name="T28" fmla="*/ 27 w 43"/>
                  <a:gd name="T29" fmla="*/ 39 h 45"/>
                  <a:gd name="T30" fmla="*/ 31 w 43"/>
                  <a:gd name="T31" fmla="*/ 34 h 45"/>
                  <a:gd name="T32" fmla="*/ 40 w 43"/>
                  <a:gd name="T33" fmla="*/ 25 h 45"/>
                  <a:gd name="T34" fmla="*/ 43 w 43"/>
                  <a:gd name="T35" fmla="*/ 17 h 45"/>
                  <a:gd name="T36" fmla="*/ 36 w 43"/>
                  <a:gd name="T37" fmla="*/ 6 h 45"/>
                  <a:gd name="T38" fmla="*/ 21 w 43"/>
                  <a:gd name="T39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3" h="45">
                    <a:moveTo>
                      <a:pt x="21" y="0"/>
                    </a:moveTo>
                    <a:cubicBezTo>
                      <a:pt x="15" y="0"/>
                      <a:pt x="10" y="2"/>
                      <a:pt x="6" y="6"/>
                    </a:cubicBezTo>
                    <a:cubicBezTo>
                      <a:pt x="2" y="9"/>
                      <a:pt x="0" y="13"/>
                      <a:pt x="0" y="18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16"/>
                      <a:pt x="12" y="13"/>
                      <a:pt x="14" y="12"/>
                    </a:cubicBezTo>
                    <a:cubicBezTo>
                      <a:pt x="16" y="10"/>
                      <a:pt x="19" y="9"/>
                      <a:pt x="21" y="9"/>
                    </a:cubicBezTo>
                    <a:cubicBezTo>
                      <a:pt x="25" y="9"/>
                      <a:pt x="27" y="10"/>
                      <a:pt x="28" y="11"/>
                    </a:cubicBezTo>
                    <a:cubicBezTo>
                      <a:pt x="30" y="13"/>
                      <a:pt x="31" y="15"/>
                      <a:pt x="31" y="17"/>
                    </a:cubicBezTo>
                    <a:cubicBezTo>
                      <a:pt x="31" y="19"/>
                      <a:pt x="31" y="20"/>
                      <a:pt x="29" y="22"/>
                    </a:cubicBezTo>
                    <a:cubicBezTo>
                      <a:pt x="29" y="23"/>
                      <a:pt x="27" y="25"/>
                      <a:pt x="24" y="27"/>
                    </a:cubicBezTo>
                    <a:cubicBezTo>
                      <a:pt x="20" y="30"/>
                      <a:pt x="19" y="32"/>
                      <a:pt x="17" y="35"/>
                    </a:cubicBezTo>
                    <a:cubicBezTo>
                      <a:pt x="16" y="36"/>
                      <a:pt x="15" y="39"/>
                      <a:pt x="15" y="43"/>
                    </a:cubicBezTo>
                    <a:cubicBezTo>
                      <a:pt x="15" y="43"/>
                      <a:pt x="15" y="44"/>
                      <a:pt x="16" y="45"/>
                    </a:cubicBezTo>
                    <a:cubicBezTo>
                      <a:pt x="26" y="45"/>
                      <a:pt x="26" y="45"/>
                      <a:pt x="26" y="45"/>
                    </a:cubicBezTo>
                    <a:cubicBezTo>
                      <a:pt x="26" y="43"/>
                      <a:pt x="26" y="40"/>
                      <a:pt x="27" y="39"/>
                    </a:cubicBezTo>
                    <a:cubicBezTo>
                      <a:pt x="27" y="38"/>
                      <a:pt x="28" y="36"/>
                      <a:pt x="31" y="34"/>
                    </a:cubicBezTo>
                    <a:cubicBezTo>
                      <a:pt x="36" y="30"/>
                      <a:pt x="39" y="27"/>
                      <a:pt x="40" y="25"/>
                    </a:cubicBezTo>
                    <a:cubicBezTo>
                      <a:pt x="42" y="23"/>
                      <a:pt x="43" y="20"/>
                      <a:pt x="43" y="17"/>
                    </a:cubicBezTo>
                    <a:cubicBezTo>
                      <a:pt x="43" y="13"/>
                      <a:pt x="40" y="9"/>
                      <a:pt x="36" y="6"/>
                    </a:cubicBezTo>
                    <a:cubicBezTo>
                      <a:pt x="33" y="2"/>
                      <a:pt x="27" y="0"/>
                      <a:pt x="2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C52FF6D-89B6-4FAD-ADDD-085C15D46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272534" y="2761347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61" name="Group 71" descr="Magnifying Glass and Gear with Box">
              <a:extLst>
                <a:ext uri="{FF2B5EF4-FFF2-40B4-BE49-F238E27FC236}">
                  <a16:creationId xmlns:a16="http://schemas.microsoft.com/office/drawing/2014/main" id="{3463AE51-E07E-4FA1-A7F6-3A2BFF738272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67337" y="3111955"/>
              <a:ext cx="516168" cy="491534"/>
              <a:chOff x="6721" y="1874"/>
              <a:chExt cx="440" cy="419"/>
            </a:xfrm>
            <a:solidFill>
              <a:schemeClr val="accent1"/>
            </a:solidFill>
          </p:grpSpPr>
          <p:sp>
            <p:nvSpPr>
              <p:cNvPr id="162" name="Freeform 72">
                <a:extLst>
                  <a:ext uri="{FF2B5EF4-FFF2-40B4-BE49-F238E27FC236}">
                    <a16:creationId xmlns:a16="http://schemas.microsoft.com/office/drawing/2014/main" id="{45B83674-F6A1-4225-A05D-5FAB6C28CD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33" y="1952"/>
                <a:ext cx="73" cy="72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0"/>
                      <a:pt x="11" y="0"/>
                      <a:pt x="24" y="0"/>
                    </a:cubicBezTo>
                    <a:cubicBezTo>
                      <a:pt x="38" y="0"/>
                      <a:pt x="48" y="10"/>
                      <a:pt x="48" y="24"/>
                    </a:cubicBezTo>
                    <a:cubicBezTo>
                      <a:pt x="48" y="37"/>
                      <a:pt x="38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8" y="12"/>
                      <a:pt x="12" y="17"/>
                      <a:pt x="12" y="24"/>
                    </a:cubicBezTo>
                    <a:cubicBezTo>
                      <a:pt x="12" y="30"/>
                      <a:pt x="18" y="36"/>
                      <a:pt x="24" y="36"/>
                    </a:cubicBezTo>
                    <a:cubicBezTo>
                      <a:pt x="31" y="36"/>
                      <a:pt x="36" y="30"/>
                      <a:pt x="36" y="24"/>
                    </a:cubicBezTo>
                    <a:cubicBezTo>
                      <a:pt x="36" y="17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3" name="Freeform 73">
                <a:extLst>
                  <a:ext uri="{FF2B5EF4-FFF2-40B4-BE49-F238E27FC236}">
                    <a16:creationId xmlns:a16="http://schemas.microsoft.com/office/drawing/2014/main" id="{D8D975FF-B96C-4563-B5B8-0C8E653222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79" y="1898"/>
                <a:ext cx="182" cy="180"/>
              </a:xfrm>
              <a:custGeom>
                <a:avLst/>
                <a:gdLst>
                  <a:gd name="T0" fmla="*/ 48 w 119"/>
                  <a:gd name="T1" fmla="*/ 120 h 120"/>
                  <a:gd name="T2" fmla="*/ 42 w 119"/>
                  <a:gd name="T3" fmla="*/ 104 h 120"/>
                  <a:gd name="T4" fmla="*/ 22 w 119"/>
                  <a:gd name="T5" fmla="*/ 102 h 120"/>
                  <a:gd name="T6" fmla="*/ 1 w 119"/>
                  <a:gd name="T7" fmla="*/ 79 h 120"/>
                  <a:gd name="T8" fmla="*/ 4 w 119"/>
                  <a:gd name="T9" fmla="*/ 71 h 120"/>
                  <a:gd name="T10" fmla="*/ 11 w 119"/>
                  <a:gd name="T11" fmla="*/ 60 h 120"/>
                  <a:gd name="T12" fmla="*/ 4 w 119"/>
                  <a:gd name="T13" fmla="*/ 48 h 120"/>
                  <a:gd name="T14" fmla="*/ 2 w 119"/>
                  <a:gd name="T15" fmla="*/ 40 h 120"/>
                  <a:gd name="T16" fmla="*/ 22 w 119"/>
                  <a:gd name="T17" fmla="*/ 17 h 120"/>
                  <a:gd name="T18" fmla="*/ 42 w 119"/>
                  <a:gd name="T19" fmla="*/ 15 h 120"/>
                  <a:gd name="T20" fmla="*/ 48 w 119"/>
                  <a:gd name="T21" fmla="*/ 0 h 120"/>
                  <a:gd name="T22" fmla="*/ 78 w 119"/>
                  <a:gd name="T23" fmla="*/ 6 h 120"/>
                  <a:gd name="T24" fmla="*/ 89 w 119"/>
                  <a:gd name="T25" fmla="*/ 22 h 120"/>
                  <a:gd name="T26" fmla="*/ 102 w 119"/>
                  <a:gd name="T27" fmla="*/ 16 h 120"/>
                  <a:gd name="T28" fmla="*/ 117 w 119"/>
                  <a:gd name="T29" fmla="*/ 40 h 120"/>
                  <a:gd name="T30" fmla="*/ 115 w 119"/>
                  <a:gd name="T31" fmla="*/ 48 h 120"/>
                  <a:gd name="T32" fmla="*/ 107 w 119"/>
                  <a:gd name="T33" fmla="*/ 60 h 120"/>
                  <a:gd name="T34" fmla="*/ 115 w 119"/>
                  <a:gd name="T35" fmla="*/ 71 h 120"/>
                  <a:gd name="T36" fmla="*/ 106 w 119"/>
                  <a:gd name="T37" fmla="*/ 100 h 120"/>
                  <a:gd name="T38" fmla="*/ 97 w 119"/>
                  <a:gd name="T39" fmla="*/ 102 h 120"/>
                  <a:gd name="T40" fmla="*/ 78 w 119"/>
                  <a:gd name="T41" fmla="*/ 104 h 120"/>
                  <a:gd name="T42" fmla="*/ 72 w 119"/>
                  <a:gd name="T43" fmla="*/ 120 h 120"/>
                  <a:gd name="T44" fmla="*/ 66 w 119"/>
                  <a:gd name="T45" fmla="*/ 108 h 120"/>
                  <a:gd name="T46" fmla="*/ 71 w 119"/>
                  <a:gd name="T47" fmla="*/ 94 h 120"/>
                  <a:gd name="T48" fmla="*/ 92 w 119"/>
                  <a:gd name="T49" fmla="*/ 85 h 120"/>
                  <a:gd name="T50" fmla="*/ 104 w 119"/>
                  <a:gd name="T51" fmla="*/ 78 h 120"/>
                  <a:gd name="T52" fmla="*/ 95 w 119"/>
                  <a:gd name="T53" fmla="*/ 68 h 120"/>
                  <a:gd name="T54" fmla="*/ 94 w 119"/>
                  <a:gd name="T55" fmla="*/ 51 h 120"/>
                  <a:gd name="T56" fmla="*/ 104 w 119"/>
                  <a:gd name="T57" fmla="*/ 41 h 120"/>
                  <a:gd name="T58" fmla="*/ 92 w 119"/>
                  <a:gd name="T59" fmla="*/ 34 h 120"/>
                  <a:gd name="T60" fmla="*/ 70 w 119"/>
                  <a:gd name="T61" fmla="*/ 25 h 120"/>
                  <a:gd name="T62" fmla="*/ 66 w 119"/>
                  <a:gd name="T63" fmla="*/ 12 h 120"/>
                  <a:gd name="T64" fmla="*/ 54 w 119"/>
                  <a:gd name="T65" fmla="*/ 19 h 120"/>
                  <a:gd name="T66" fmla="*/ 35 w 119"/>
                  <a:gd name="T67" fmla="*/ 33 h 120"/>
                  <a:gd name="T68" fmla="*/ 21 w 119"/>
                  <a:gd name="T69" fmla="*/ 30 h 120"/>
                  <a:gd name="T70" fmla="*/ 22 w 119"/>
                  <a:gd name="T71" fmla="*/ 45 h 120"/>
                  <a:gd name="T72" fmla="*/ 23 w 119"/>
                  <a:gd name="T73" fmla="*/ 60 h 120"/>
                  <a:gd name="T74" fmla="*/ 22 w 119"/>
                  <a:gd name="T75" fmla="*/ 74 h 120"/>
                  <a:gd name="T76" fmla="*/ 21 w 119"/>
                  <a:gd name="T77" fmla="*/ 89 h 120"/>
                  <a:gd name="T78" fmla="*/ 35 w 119"/>
                  <a:gd name="T79" fmla="*/ 86 h 120"/>
                  <a:gd name="T80" fmla="*/ 54 w 119"/>
                  <a:gd name="T81" fmla="*/ 10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9" h="120">
                    <a:moveTo>
                      <a:pt x="72" y="120"/>
                    </a:moveTo>
                    <a:cubicBezTo>
                      <a:pt x="48" y="120"/>
                      <a:pt x="48" y="120"/>
                      <a:pt x="48" y="120"/>
                    </a:cubicBezTo>
                    <a:cubicBezTo>
                      <a:pt x="45" y="120"/>
                      <a:pt x="42" y="117"/>
                      <a:pt x="42" y="114"/>
                    </a:cubicBezTo>
                    <a:cubicBezTo>
                      <a:pt x="42" y="104"/>
                      <a:pt x="42" y="104"/>
                      <a:pt x="42" y="104"/>
                    </a:cubicBezTo>
                    <a:cubicBezTo>
                      <a:pt x="38" y="102"/>
                      <a:pt x="34" y="100"/>
                      <a:pt x="30" y="97"/>
                    </a:cubicBezTo>
                    <a:cubicBezTo>
                      <a:pt x="22" y="102"/>
                      <a:pt x="22" y="102"/>
                      <a:pt x="22" y="102"/>
                    </a:cubicBezTo>
                    <a:cubicBezTo>
                      <a:pt x="19" y="104"/>
                      <a:pt x="15" y="103"/>
                      <a:pt x="13" y="100"/>
                    </a:cubicBezTo>
                    <a:cubicBezTo>
                      <a:pt x="1" y="79"/>
                      <a:pt x="1" y="79"/>
                      <a:pt x="1" y="79"/>
                    </a:cubicBezTo>
                    <a:cubicBezTo>
                      <a:pt x="1" y="78"/>
                      <a:pt x="0" y="76"/>
                      <a:pt x="1" y="75"/>
                    </a:cubicBezTo>
                    <a:cubicBezTo>
                      <a:pt x="1" y="73"/>
                      <a:pt x="2" y="72"/>
                      <a:pt x="4" y="71"/>
                    </a:cubicBezTo>
                    <a:cubicBezTo>
                      <a:pt x="12" y="66"/>
                      <a:pt x="12" y="66"/>
                      <a:pt x="12" y="66"/>
                    </a:cubicBezTo>
                    <a:cubicBezTo>
                      <a:pt x="12" y="64"/>
                      <a:pt x="11" y="62"/>
                      <a:pt x="11" y="60"/>
                    </a:cubicBezTo>
                    <a:cubicBezTo>
                      <a:pt x="11" y="57"/>
                      <a:pt x="12" y="55"/>
                      <a:pt x="12" y="53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2" y="47"/>
                      <a:pt x="1" y="46"/>
                      <a:pt x="1" y="44"/>
                    </a:cubicBezTo>
                    <a:cubicBezTo>
                      <a:pt x="1" y="43"/>
                      <a:pt x="1" y="41"/>
                      <a:pt x="2" y="40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5" y="16"/>
                      <a:pt x="19" y="15"/>
                      <a:pt x="22" y="17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4" y="19"/>
                      <a:pt x="38" y="17"/>
                      <a:pt x="42" y="15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2"/>
                      <a:pt x="45" y="0"/>
                      <a:pt x="48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6" y="0"/>
                      <a:pt x="78" y="2"/>
                      <a:pt x="78" y="6"/>
                    </a:cubicBezTo>
                    <a:cubicBezTo>
                      <a:pt x="78" y="15"/>
                      <a:pt x="78" y="15"/>
                      <a:pt x="78" y="15"/>
                    </a:cubicBezTo>
                    <a:cubicBezTo>
                      <a:pt x="82" y="17"/>
                      <a:pt x="86" y="19"/>
                      <a:pt x="89" y="22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9" y="16"/>
                      <a:pt x="100" y="16"/>
                      <a:pt x="102" y="16"/>
                    </a:cubicBezTo>
                    <a:cubicBezTo>
                      <a:pt x="103" y="17"/>
                      <a:pt x="105" y="18"/>
                      <a:pt x="105" y="19"/>
                    </a:cubicBezTo>
                    <a:cubicBezTo>
                      <a:pt x="117" y="40"/>
                      <a:pt x="117" y="40"/>
                      <a:pt x="117" y="40"/>
                    </a:cubicBezTo>
                    <a:cubicBezTo>
                      <a:pt x="118" y="41"/>
                      <a:pt x="118" y="43"/>
                      <a:pt x="118" y="44"/>
                    </a:cubicBezTo>
                    <a:cubicBezTo>
                      <a:pt x="118" y="46"/>
                      <a:pt x="117" y="47"/>
                      <a:pt x="115" y="48"/>
                    </a:cubicBezTo>
                    <a:cubicBezTo>
                      <a:pt x="107" y="53"/>
                      <a:pt x="107" y="53"/>
                      <a:pt x="107" y="53"/>
                    </a:cubicBezTo>
                    <a:cubicBezTo>
                      <a:pt x="107" y="55"/>
                      <a:pt x="107" y="57"/>
                      <a:pt x="107" y="60"/>
                    </a:cubicBezTo>
                    <a:cubicBezTo>
                      <a:pt x="107" y="62"/>
                      <a:pt x="107" y="64"/>
                      <a:pt x="107" y="66"/>
                    </a:cubicBezTo>
                    <a:cubicBezTo>
                      <a:pt x="115" y="71"/>
                      <a:pt x="115" y="71"/>
                      <a:pt x="115" y="71"/>
                    </a:cubicBezTo>
                    <a:cubicBezTo>
                      <a:pt x="118" y="73"/>
                      <a:pt x="119" y="76"/>
                      <a:pt x="118" y="79"/>
                    </a:cubicBezTo>
                    <a:cubicBezTo>
                      <a:pt x="106" y="100"/>
                      <a:pt x="106" y="100"/>
                      <a:pt x="106" y="100"/>
                    </a:cubicBezTo>
                    <a:cubicBezTo>
                      <a:pt x="105" y="101"/>
                      <a:pt x="104" y="102"/>
                      <a:pt x="102" y="103"/>
                    </a:cubicBezTo>
                    <a:cubicBezTo>
                      <a:pt x="100" y="103"/>
                      <a:pt x="99" y="103"/>
                      <a:pt x="97" y="102"/>
                    </a:cubicBezTo>
                    <a:cubicBezTo>
                      <a:pt x="89" y="97"/>
                      <a:pt x="89" y="97"/>
                      <a:pt x="89" y="97"/>
                    </a:cubicBezTo>
                    <a:cubicBezTo>
                      <a:pt x="86" y="100"/>
                      <a:pt x="82" y="102"/>
                      <a:pt x="78" y="10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7"/>
                      <a:pt x="76" y="120"/>
                      <a:pt x="72" y="120"/>
                    </a:cubicBezTo>
                    <a:close/>
                    <a:moveTo>
                      <a:pt x="54" y="108"/>
                    </a:moveTo>
                    <a:cubicBezTo>
                      <a:pt x="66" y="108"/>
                      <a:pt x="66" y="108"/>
                      <a:pt x="66" y="108"/>
                    </a:cubicBezTo>
                    <a:cubicBezTo>
                      <a:pt x="66" y="100"/>
                      <a:pt x="66" y="100"/>
                      <a:pt x="66" y="100"/>
                    </a:cubicBezTo>
                    <a:cubicBezTo>
                      <a:pt x="66" y="97"/>
                      <a:pt x="68" y="95"/>
                      <a:pt x="71" y="94"/>
                    </a:cubicBezTo>
                    <a:cubicBezTo>
                      <a:pt x="76" y="92"/>
                      <a:pt x="81" y="90"/>
                      <a:pt x="85" y="86"/>
                    </a:cubicBezTo>
                    <a:cubicBezTo>
                      <a:pt x="87" y="84"/>
                      <a:pt x="89" y="83"/>
                      <a:pt x="92" y="85"/>
                    </a:cubicBezTo>
                    <a:cubicBezTo>
                      <a:pt x="98" y="89"/>
                      <a:pt x="98" y="89"/>
                      <a:pt x="98" y="89"/>
                    </a:cubicBezTo>
                    <a:cubicBezTo>
                      <a:pt x="104" y="78"/>
                      <a:pt x="104" y="78"/>
                      <a:pt x="104" y="78"/>
                    </a:cubicBezTo>
                    <a:cubicBezTo>
                      <a:pt x="97" y="74"/>
                      <a:pt x="97" y="74"/>
                      <a:pt x="97" y="74"/>
                    </a:cubicBezTo>
                    <a:cubicBezTo>
                      <a:pt x="95" y="73"/>
                      <a:pt x="94" y="70"/>
                      <a:pt x="95" y="68"/>
                    </a:cubicBezTo>
                    <a:cubicBezTo>
                      <a:pt x="95" y="65"/>
                      <a:pt x="95" y="62"/>
                      <a:pt x="95" y="60"/>
                    </a:cubicBezTo>
                    <a:cubicBezTo>
                      <a:pt x="95" y="57"/>
                      <a:pt x="95" y="54"/>
                      <a:pt x="94" y="51"/>
                    </a:cubicBezTo>
                    <a:cubicBezTo>
                      <a:pt x="94" y="49"/>
                      <a:pt x="95" y="46"/>
                      <a:pt x="97" y="4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98" y="30"/>
                      <a:pt x="98" y="30"/>
                      <a:pt x="98" y="30"/>
                    </a:cubicBezTo>
                    <a:cubicBezTo>
                      <a:pt x="92" y="34"/>
                      <a:pt x="92" y="34"/>
                      <a:pt x="92" y="34"/>
                    </a:cubicBezTo>
                    <a:cubicBezTo>
                      <a:pt x="89" y="36"/>
                      <a:pt x="87" y="35"/>
                      <a:pt x="85" y="33"/>
                    </a:cubicBezTo>
                    <a:cubicBezTo>
                      <a:pt x="81" y="30"/>
                      <a:pt x="76" y="27"/>
                      <a:pt x="70" y="25"/>
                    </a:cubicBezTo>
                    <a:cubicBezTo>
                      <a:pt x="68" y="24"/>
                      <a:pt x="66" y="22"/>
                      <a:pt x="66" y="19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22"/>
                      <a:pt x="53" y="24"/>
                      <a:pt x="50" y="25"/>
                    </a:cubicBezTo>
                    <a:cubicBezTo>
                      <a:pt x="44" y="27"/>
                      <a:pt x="39" y="30"/>
                      <a:pt x="35" y="33"/>
                    </a:cubicBezTo>
                    <a:cubicBezTo>
                      <a:pt x="33" y="35"/>
                      <a:pt x="30" y="36"/>
                      <a:pt x="28" y="34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15" y="41"/>
                      <a:pt x="15" y="41"/>
                      <a:pt x="15" y="41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4" y="46"/>
                      <a:pt x="25" y="49"/>
                      <a:pt x="25" y="51"/>
                    </a:cubicBezTo>
                    <a:cubicBezTo>
                      <a:pt x="24" y="54"/>
                      <a:pt x="23" y="57"/>
                      <a:pt x="23" y="60"/>
                    </a:cubicBezTo>
                    <a:cubicBezTo>
                      <a:pt x="23" y="62"/>
                      <a:pt x="24" y="65"/>
                      <a:pt x="24" y="68"/>
                    </a:cubicBezTo>
                    <a:cubicBezTo>
                      <a:pt x="25" y="70"/>
                      <a:pt x="24" y="73"/>
                      <a:pt x="22" y="74"/>
                    </a:cubicBezTo>
                    <a:cubicBezTo>
                      <a:pt x="15" y="78"/>
                      <a:pt x="15" y="78"/>
                      <a:pt x="15" y="78"/>
                    </a:cubicBezTo>
                    <a:cubicBezTo>
                      <a:pt x="21" y="89"/>
                      <a:pt x="21" y="89"/>
                      <a:pt x="21" y="89"/>
                    </a:cubicBezTo>
                    <a:cubicBezTo>
                      <a:pt x="28" y="85"/>
                      <a:pt x="28" y="85"/>
                      <a:pt x="28" y="85"/>
                    </a:cubicBezTo>
                    <a:cubicBezTo>
                      <a:pt x="30" y="84"/>
                      <a:pt x="33" y="84"/>
                      <a:pt x="35" y="86"/>
                    </a:cubicBezTo>
                    <a:cubicBezTo>
                      <a:pt x="39" y="89"/>
                      <a:pt x="44" y="92"/>
                      <a:pt x="50" y="94"/>
                    </a:cubicBezTo>
                    <a:cubicBezTo>
                      <a:pt x="53" y="95"/>
                      <a:pt x="54" y="97"/>
                      <a:pt x="54" y="100"/>
                    </a:cubicBezTo>
                    <a:lnTo>
                      <a:pt x="54" y="1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4" name="Freeform 74">
                <a:extLst>
                  <a:ext uri="{FF2B5EF4-FFF2-40B4-BE49-F238E27FC236}">
                    <a16:creationId xmlns:a16="http://schemas.microsoft.com/office/drawing/2014/main" id="{8B4EED67-F87B-477F-874B-4DAC299E882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76" y="2095"/>
                <a:ext cx="330" cy="198"/>
              </a:xfrm>
              <a:custGeom>
                <a:avLst/>
                <a:gdLst>
                  <a:gd name="T0" fmla="*/ 210 w 216"/>
                  <a:gd name="T1" fmla="*/ 132 h 132"/>
                  <a:gd name="T2" fmla="*/ 6 w 216"/>
                  <a:gd name="T3" fmla="*/ 132 h 132"/>
                  <a:gd name="T4" fmla="*/ 0 w 216"/>
                  <a:gd name="T5" fmla="*/ 126 h 132"/>
                  <a:gd name="T6" fmla="*/ 0 w 216"/>
                  <a:gd name="T7" fmla="*/ 6 h 132"/>
                  <a:gd name="T8" fmla="*/ 6 w 216"/>
                  <a:gd name="T9" fmla="*/ 0 h 132"/>
                  <a:gd name="T10" fmla="*/ 210 w 216"/>
                  <a:gd name="T11" fmla="*/ 0 h 132"/>
                  <a:gd name="T12" fmla="*/ 216 w 216"/>
                  <a:gd name="T13" fmla="*/ 6 h 132"/>
                  <a:gd name="T14" fmla="*/ 216 w 216"/>
                  <a:gd name="T15" fmla="*/ 126 h 132"/>
                  <a:gd name="T16" fmla="*/ 210 w 216"/>
                  <a:gd name="T17" fmla="*/ 132 h 132"/>
                  <a:gd name="T18" fmla="*/ 12 w 216"/>
                  <a:gd name="T19" fmla="*/ 120 h 132"/>
                  <a:gd name="T20" fmla="*/ 204 w 216"/>
                  <a:gd name="T21" fmla="*/ 120 h 132"/>
                  <a:gd name="T22" fmla="*/ 204 w 216"/>
                  <a:gd name="T23" fmla="*/ 12 h 132"/>
                  <a:gd name="T24" fmla="*/ 12 w 216"/>
                  <a:gd name="T25" fmla="*/ 12 h 132"/>
                  <a:gd name="T26" fmla="*/ 12 w 216"/>
                  <a:gd name="T27" fmla="*/ 12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6" h="132">
                    <a:moveTo>
                      <a:pt x="210" y="132"/>
                    </a:moveTo>
                    <a:cubicBezTo>
                      <a:pt x="6" y="132"/>
                      <a:pt x="6" y="132"/>
                      <a:pt x="6" y="132"/>
                    </a:cubicBezTo>
                    <a:cubicBezTo>
                      <a:pt x="3" y="132"/>
                      <a:pt x="0" y="129"/>
                      <a:pt x="0" y="1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4" y="0"/>
                      <a:pt x="216" y="2"/>
                      <a:pt x="216" y="6"/>
                    </a:cubicBezTo>
                    <a:cubicBezTo>
                      <a:pt x="216" y="126"/>
                      <a:pt x="216" y="126"/>
                      <a:pt x="216" y="126"/>
                    </a:cubicBezTo>
                    <a:cubicBezTo>
                      <a:pt x="216" y="129"/>
                      <a:pt x="214" y="132"/>
                      <a:pt x="210" y="132"/>
                    </a:cubicBezTo>
                    <a:close/>
                    <a:moveTo>
                      <a:pt x="12" y="120"/>
                    </a:moveTo>
                    <a:cubicBezTo>
                      <a:pt x="204" y="120"/>
                      <a:pt x="204" y="120"/>
                      <a:pt x="204" y="120"/>
                    </a:cubicBezTo>
                    <a:cubicBezTo>
                      <a:pt x="204" y="12"/>
                      <a:pt x="204" y="12"/>
                      <a:pt x="20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5" name="Freeform 75">
                <a:extLst>
                  <a:ext uri="{FF2B5EF4-FFF2-40B4-BE49-F238E27FC236}">
                    <a16:creationId xmlns:a16="http://schemas.microsoft.com/office/drawing/2014/main" id="{0AD39CCE-C7AB-4BE8-A52F-F10AD149B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6" y="2049"/>
                <a:ext cx="330" cy="64"/>
              </a:xfrm>
              <a:custGeom>
                <a:avLst/>
                <a:gdLst>
                  <a:gd name="T0" fmla="*/ 210 w 216"/>
                  <a:gd name="T1" fmla="*/ 43 h 43"/>
                  <a:gd name="T2" fmla="*/ 6 w 216"/>
                  <a:gd name="T3" fmla="*/ 43 h 43"/>
                  <a:gd name="T4" fmla="*/ 1 w 216"/>
                  <a:gd name="T5" fmla="*/ 40 h 43"/>
                  <a:gd name="T6" fmla="*/ 1 w 216"/>
                  <a:gd name="T7" fmla="*/ 35 h 43"/>
                  <a:gd name="T8" fmla="*/ 11 w 216"/>
                  <a:gd name="T9" fmla="*/ 5 h 43"/>
                  <a:gd name="T10" fmla="*/ 18 w 216"/>
                  <a:gd name="T11" fmla="*/ 1 h 43"/>
                  <a:gd name="T12" fmla="*/ 22 w 216"/>
                  <a:gd name="T13" fmla="*/ 8 h 43"/>
                  <a:gd name="T14" fmla="*/ 15 w 216"/>
                  <a:gd name="T15" fmla="*/ 31 h 43"/>
                  <a:gd name="T16" fmla="*/ 210 w 216"/>
                  <a:gd name="T17" fmla="*/ 31 h 43"/>
                  <a:gd name="T18" fmla="*/ 216 w 216"/>
                  <a:gd name="T19" fmla="*/ 37 h 43"/>
                  <a:gd name="T20" fmla="*/ 210 w 216"/>
                  <a:gd name="T21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6" h="43">
                    <a:moveTo>
                      <a:pt x="210" y="43"/>
                    </a:moveTo>
                    <a:cubicBezTo>
                      <a:pt x="6" y="43"/>
                      <a:pt x="6" y="43"/>
                      <a:pt x="6" y="43"/>
                    </a:cubicBezTo>
                    <a:cubicBezTo>
                      <a:pt x="4" y="43"/>
                      <a:pt x="3" y="42"/>
                      <a:pt x="1" y="40"/>
                    </a:cubicBezTo>
                    <a:cubicBezTo>
                      <a:pt x="0" y="38"/>
                      <a:pt x="0" y="36"/>
                      <a:pt x="1" y="35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2" y="2"/>
                      <a:pt x="15" y="0"/>
                      <a:pt x="18" y="1"/>
                    </a:cubicBezTo>
                    <a:cubicBezTo>
                      <a:pt x="21" y="2"/>
                      <a:pt x="23" y="5"/>
                      <a:pt x="22" y="8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210" y="31"/>
                      <a:pt x="210" y="31"/>
                      <a:pt x="210" y="31"/>
                    </a:cubicBezTo>
                    <a:cubicBezTo>
                      <a:pt x="214" y="31"/>
                      <a:pt x="216" y="33"/>
                      <a:pt x="216" y="37"/>
                    </a:cubicBezTo>
                    <a:cubicBezTo>
                      <a:pt x="216" y="40"/>
                      <a:pt x="214" y="43"/>
                      <a:pt x="210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6" name="Freeform 76">
                <a:extLst>
                  <a:ext uri="{FF2B5EF4-FFF2-40B4-BE49-F238E27FC236}">
                    <a16:creationId xmlns:a16="http://schemas.microsoft.com/office/drawing/2014/main" id="{C7A02383-2BD5-4EB7-BFD1-8D9B6A6A2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7" y="1988"/>
                <a:ext cx="72" cy="18"/>
              </a:xfrm>
              <a:custGeom>
                <a:avLst/>
                <a:gdLst>
                  <a:gd name="T0" fmla="*/ 41 w 47"/>
                  <a:gd name="T1" fmla="*/ 12 h 12"/>
                  <a:gd name="T2" fmla="*/ 6 w 47"/>
                  <a:gd name="T3" fmla="*/ 12 h 12"/>
                  <a:gd name="T4" fmla="*/ 0 w 47"/>
                  <a:gd name="T5" fmla="*/ 6 h 12"/>
                  <a:gd name="T6" fmla="*/ 6 w 47"/>
                  <a:gd name="T7" fmla="*/ 0 h 12"/>
                  <a:gd name="T8" fmla="*/ 41 w 47"/>
                  <a:gd name="T9" fmla="*/ 0 h 12"/>
                  <a:gd name="T10" fmla="*/ 47 w 47"/>
                  <a:gd name="T11" fmla="*/ 6 h 12"/>
                  <a:gd name="T12" fmla="*/ 41 w 47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12">
                    <a:moveTo>
                      <a:pt x="41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5" y="0"/>
                      <a:pt x="47" y="2"/>
                      <a:pt x="47" y="6"/>
                    </a:cubicBezTo>
                    <a:cubicBezTo>
                      <a:pt x="47" y="9"/>
                      <a:pt x="45" y="12"/>
                      <a:pt x="4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7" name="Freeform 77">
                <a:extLst>
                  <a:ext uri="{FF2B5EF4-FFF2-40B4-BE49-F238E27FC236}">
                    <a16:creationId xmlns:a16="http://schemas.microsoft.com/office/drawing/2014/main" id="{4B7436C0-A8D2-49AE-A2D4-C1DF919629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46" y="1995"/>
                <a:ext cx="78" cy="77"/>
              </a:xfrm>
              <a:custGeom>
                <a:avLst/>
                <a:gdLst>
                  <a:gd name="T0" fmla="*/ 44 w 51"/>
                  <a:gd name="T1" fmla="*/ 51 h 51"/>
                  <a:gd name="T2" fmla="*/ 40 w 51"/>
                  <a:gd name="T3" fmla="*/ 49 h 51"/>
                  <a:gd name="T4" fmla="*/ 2 w 51"/>
                  <a:gd name="T5" fmla="*/ 11 h 51"/>
                  <a:gd name="T6" fmla="*/ 2 w 51"/>
                  <a:gd name="T7" fmla="*/ 2 h 51"/>
                  <a:gd name="T8" fmla="*/ 11 w 51"/>
                  <a:gd name="T9" fmla="*/ 2 h 51"/>
                  <a:gd name="T10" fmla="*/ 48 w 51"/>
                  <a:gd name="T11" fmla="*/ 40 h 51"/>
                  <a:gd name="T12" fmla="*/ 48 w 51"/>
                  <a:gd name="T13" fmla="*/ 49 h 51"/>
                  <a:gd name="T14" fmla="*/ 44 w 51"/>
                  <a:gd name="T15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51">
                    <a:moveTo>
                      <a:pt x="44" y="51"/>
                    </a:moveTo>
                    <a:cubicBezTo>
                      <a:pt x="43" y="51"/>
                      <a:pt x="41" y="50"/>
                      <a:pt x="40" y="49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2"/>
                    </a:cubicBezTo>
                    <a:cubicBezTo>
                      <a:pt x="4" y="0"/>
                      <a:pt x="8" y="0"/>
                      <a:pt x="11" y="2"/>
                    </a:cubicBezTo>
                    <a:cubicBezTo>
                      <a:pt x="48" y="40"/>
                      <a:pt x="48" y="40"/>
                      <a:pt x="48" y="40"/>
                    </a:cubicBezTo>
                    <a:cubicBezTo>
                      <a:pt x="51" y="43"/>
                      <a:pt x="51" y="47"/>
                      <a:pt x="48" y="49"/>
                    </a:cubicBezTo>
                    <a:cubicBezTo>
                      <a:pt x="47" y="50"/>
                      <a:pt x="46" y="51"/>
                      <a:pt x="44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8" name="Freeform 78">
                <a:extLst>
                  <a:ext uri="{FF2B5EF4-FFF2-40B4-BE49-F238E27FC236}">
                    <a16:creationId xmlns:a16="http://schemas.microsoft.com/office/drawing/2014/main" id="{CBA9E607-7891-44EB-8605-98685E26E1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21" y="1874"/>
                <a:ext cx="165" cy="162"/>
              </a:xfrm>
              <a:custGeom>
                <a:avLst/>
                <a:gdLst>
                  <a:gd name="T0" fmla="*/ 54 w 108"/>
                  <a:gd name="T1" fmla="*/ 108 h 108"/>
                  <a:gd name="T2" fmla="*/ 0 w 108"/>
                  <a:gd name="T3" fmla="*/ 54 h 108"/>
                  <a:gd name="T4" fmla="*/ 54 w 108"/>
                  <a:gd name="T5" fmla="*/ 0 h 108"/>
                  <a:gd name="T6" fmla="*/ 108 w 108"/>
                  <a:gd name="T7" fmla="*/ 54 h 108"/>
                  <a:gd name="T8" fmla="*/ 54 w 108"/>
                  <a:gd name="T9" fmla="*/ 108 h 108"/>
                  <a:gd name="T10" fmla="*/ 54 w 108"/>
                  <a:gd name="T11" fmla="*/ 12 h 108"/>
                  <a:gd name="T12" fmla="*/ 12 w 108"/>
                  <a:gd name="T13" fmla="*/ 54 h 108"/>
                  <a:gd name="T14" fmla="*/ 54 w 108"/>
                  <a:gd name="T15" fmla="*/ 96 h 108"/>
                  <a:gd name="T16" fmla="*/ 96 w 108"/>
                  <a:gd name="T17" fmla="*/ 54 h 108"/>
                  <a:gd name="T18" fmla="*/ 54 w 108"/>
                  <a:gd name="T19" fmla="*/ 12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108">
                    <a:moveTo>
                      <a:pt x="54" y="108"/>
                    </a:moveTo>
                    <a:cubicBezTo>
                      <a:pt x="25" y="108"/>
                      <a:pt x="0" y="84"/>
                      <a:pt x="0" y="54"/>
                    </a:cubicBezTo>
                    <a:cubicBezTo>
                      <a:pt x="0" y="24"/>
                      <a:pt x="25" y="0"/>
                      <a:pt x="54" y="0"/>
                    </a:cubicBezTo>
                    <a:cubicBezTo>
                      <a:pt x="84" y="0"/>
                      <a:pt x="108" y="24"/>
                      <a:pt x="108" y="54"/>
                    </a:cubicBezTo>
                    <a:cubicBezTo>
                      <a:pt x="108" y="84"/>
                      <a:pt x="84" y="108"/>
                      <a:pt x="54" y="108"/>
                    </a:cubicBezTo>
                    <a:close/>
                    <a:moveTo>
                      <a:pt x="54" y="12"/>
                    </a:moveTo>
                    <a:cubicBezTo>
                      <a:pt x="31" y="12"/>
                      <a:pt x="12" y="31"/>
                      <a:pt x="12" y="54"/>
                    </a:cubicBezTo>
                    <a:cubicBezTo>
                      <a:pt x="12" y="77"/>
                      <a:pt x="31" y="96"/>
                      <a:pt x="54" y="96"/>
                    </a:cubicBezTo>
                    <a:cubicBezTo>
                      <a:pt x="78" y="96"/>
                      <a:pt x="96" y="77"/>
                      <a:pt x="96" y="54"/>
                    </a:cubicBezTo>
                    <a:cubicBezTo>
                      <a:pt x="96" y="31"/>
                      <a:pt x="78" y="12"/>
                      <a:pt x="5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9" name="Freeform 79">
                <a:extLst>
                  <a:ext uri="{FF2B5EF4-FFF2-40B4-BE49-F238E27FC236}">
                    <a16:creationId xmlns:a16="http://schemas.microsoft.com/office/drawing/2014/main" id="{1CE03728-E440-4B7C-A784-08F383984B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41" y="2203"/>
                <a:ext cx="128" cy="54"/>
              </a:xfrm>
              <a:custGeom>
                <a:avLst/>
                <a:gdLst>
                  <a:gd name="T0" fmla="*/ 78 w 84"/>
                  <a:gd name="T1" fmla="*/ 36 h 36"/>
                  <a:gd name="T2" fmla="*/ 6 w 84"/>
                  <a:gd name="T3" fmla="*/ 36 h 36"/>
                  <a:gd name="T4" fmla="*/ 0 w 84"/>
                  <a:gd name="T5" fmla="*/ 30 h 36"/>
                  <a:gd name="T6" fmla="*/ 0 w 84"/>
                  <a:gd name="T7" fmla="*/ 6 h 36"/>
                  <a:gd name="T8" fmla="*/ 6 w 84"/>
                  <a:gd name="T9" fmla="*/ 0 h 36"/>
                  <a:gd name="T10" fmla="*/ 78 w 84"/>
                  <a:gd name="T11" fmla="*/ 0 h 36"/>
                  <a:gd name="T12" fmla="*/ 84 w 84"/>
                  <a:gd name="T13" fmla="*/ 6 h 36"/>
                  <a:gd name="T14" fmla="*/ 84 w 84"/>
                  <a:gd name="T15" fmla="*/ 30 h 36"/>
                  <a:gd name="T16" fmla="*/ 78 w 84"/>
                  <a:gd name="T17" fmla="*/ 36 h 36"/>
                  <a:gd name="T18" fmla="*/ 12 w 84"/>
                  <a:gd name="T19" fmla="*/ 24 h 36"/>
                  <a:gd name="T20" fmla="*/ 72 w 84"/>
                  <a:gd name="T21" fmla="*/ 24 h 36"/>
                  <a:gd name="T22" fmla="*/ 72 w 84"/>
                  <a:gd name="T23" fmla="*/ 12 h 36"/>
                  <a:gd name="T24" fmla="*/ 12 w 84"/>
                  <a:gd name="T25" fmla="*/ 12 h 36"/>
                  <a:gd name="T26" fmla="*/ 12 w 84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36">
                    <a:moveTo>
                      <a:pt x="78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78" y="0"/>
                      <a:pt x="78" y="0"/>
                      <a:pt x="78" y="0"/>
                    </a:cubicBezTo>
                    <a:cubicBezTo>
                      <a:pt x="82" y="0"/>
                      <a:pt x="84" y="2"/>
                      <a:pt x="84" y="6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4" y="33"/>
                      <a:pt x="82" y="36"/>
                      <a:pt x="78" y="36"/>
                    </a:cubicBezTo>
                    <a:close/>
                    <a:moveTo>
                      <a:pt x="12" y="24"/>
                    </a:move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34B60E2-DE98-40CE-96B3-7A2E492D7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40361" y="2761347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43" name="Group 48" descr="Counter-clockwise Cycle">
              <a:extLst>
                <a:ext uri="{FF2B5EF4-FFF2-40B4-BE49-F238E27FC236}">
                  <a16:creationId xmlns:a16="http://schemas.microsoft.com/office/drawing/2014/main" id="{95A10EAE-35D0-47D4-8D26-02AC5F8A6ABD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941132" y="3109340"/>
              <a:ext cx="515826" cy="496764"/>
              <a:chOff x="6532" y="451"/>
              <a:chExt cx="433" cy="417"/>
            </a:xfrm>
            <a:solidFill>
              <a:schemeClr val="accent1"/>
            </a:solidFill>
          </p:grpSpPr>
          <p:sp>
            <p:nvSpPr>
              <p:cNvPr id="244" name="Freeform 49">
                <a:extLst>
                  <a:ext uri="{FF2B5EF4-FFF2-40B4-BE49-F238E27FC236}">
                    <a16:creationId xmlns:a16="http://schemas.microsoft.com/office/drawing/2014/main" id="{11F8BEA3-3D03-423D-B555-73887DE6A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7" y="621"/>
                <a:ext cx="128" cy="94"/>
              </a:xfrm>
              <a:custGeom>
                <a:avLst/>
                <a:gdLst>
                  <a:gd name="T0" fmla="*/ 7 w 86"/>
                  <a:gd name="T1" fmla="*/ 64 h 64"/>
                  <a:gd name="T2" fmla="*/ 3 w 86"/>
                  <a:gd name="T3" fmla="*/ 63 h 64"/>
                  <a:gd name="T4" fmla="*/ 1 w 86"/>
                  <a:gd name="T5" fmla="*/ 55 h 64"/>
                  <a:gd name="T6" fmla="*/ 34 w 86"/>
                  <a:gd name="T7" fmla="*/ 3 h 64"/>
                  <a:gd name="T8" fmla="*/ 38 w 86"/>
                  <a:gd name="T9" fmla="*/ 0 h 64"/>
                  <a:gd name="T10" fmla="*/ 43 w 86"/>
                  <a:gd name="T11" fmla="*/ 2 h 64"/>
                  <a:gd name="T12" fmla="*/ 84 w 86"/>
                  <a:gd name="T13" fmla="*/ 48 h 64"/>
                  <a:gd name="T14" fmla="*/ 84 w 86"/>
                  <a:gd name="T15" fmla="*/ 56 h 64"/>
                  <a:gd name="T16" fmla="*/ 75 w 86"/>
                  <a:gd name="T17" fmla="*/ 56 h 64"/>
                  <a:gd name="T18" fmla="*/ 40 w 86"/>
                  <a:gd name="T19" fmla="*/ 16 h 64"/>
                  <a:gd name="T20" fmla="*/ 12 w 86"/>
                  <a:gd name="T21" fmla="*/ 61 h 64"/>
                  <a:gd name="T22" fmla="*/ 7 w 86"/>
                  <a:gd name="T23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6" h="64">
                    <a:moveTo>
                      <a:pt x="7" y="64"/>
                    </a:moveTo>
                    <a:cubicBezTo>
                      <a:pt x="5" y="64"/>
                      <a:pt x="4" y="64"/>
                      <a:pt x="3" y="63"/>
                    </a:cubicBezTo>
                    <a:cubicBezTo>
                      <a:pt x="1" y="62"/>
                      <a:pt x="0" y="58"/>
                      <a:pt x="1" y="55"/>
                    </a:cubicBezTo>
                    <a:cubicBezTo>
                      <a:pt x="34" y="3"/>
                      <a:pt x="34" y="3"/>
                      <a:pt x="34" y="3"/>
                    </a:cubicBezTo>
                    <a:cubicBezTo>
                      <a:pt x="35" y="1"/>
                      <a:pt x="36" y="0"/>
                      <a:pt x="38" y="0"/>
                    </a:cubicBezTo>
                    <a:cubicBezTo>
                      <a:pt x="40" y="0"/>
                      <a:pt x="42" y="1"/>
                      <a:pt x="43" y="2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6" y="50"/>
                      <a:pt x="86" y="54"/>
                      <a:pt x="84" y="56"/>
                    </a:cubicBezTo>
                    <a:cubicBezTo>
                      <a:pt x="81" y="58"/>
                      <a:pt x="78" y="58"/>
                      <a:pt x="75" y="56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11" y="63"/>
                      <a:pt x="9" y="64"/>
                      <a:pt x="7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45" name="Freeform 50">
                <a:extLst>
                  <a:ext uri="{FF2B5EF4-FFF2-40B4-BE49-F238E27FC236}">
                    <a16:creationId xmlns:a16="http://schemas.microsoft.com/office/drawing/2014/main" id="{CE8CE0C2-48FF-4BB4-9B05-9290A8F380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9" y="621"/>
                <a:ext cx="157" cy="233"/>
              </a:xfrm>
              <a:custGeom>
                <a:avLst/>
                <a:gdLst>
                  <a:gd name="T0" fmla="*/ 7 w 106"/>
                  <a:gd name="T1" fmla="*/ 158 h 158"/>
                  <a:gd name="T2" fmla="*/ 1 w 106"/>
                  <a:gd name="T3" fmla="*/ 154 h 158"/>
                  <a:gd name="T4" fmla="*/ 5 w 106"/>
                  <a:gd name="T5" fmla="*/ 147 h 158"/>
                  <a:gd name="T6" fmla="*/ 74 w 106"/>
                  <a:gd name="T7" fmla="*/ 94 h 158"/>
                  <a:gd name="T8" fmla="*/ 86 w 106"/>
                  <a:gd name="T9" fmla="*/ 8 h 158"/>
                  <a:gd name="T10" fmla="*/ 90 w 106"/>
                  <a:gd name="T11" fmla="*/ 1 h 158"/>
                  <a:gd name="T12" fmla="*/ 97 w 106"/>
                  <a:gd name="T13" fmla="*/ 5 h 158"/>
                  <a:gd name="T14" fmla="*/ 84 w 106"/>
                  <a:gd name="T15" fmla="*/ 100 h 158"/>
                  <a:gd name="T16" fmla="*/ 8 w 106"/>
                  <a:gd name="T17" fmla="*/ 158 h 158"/>
                  <a:gd name="T18" fmla="*/ 7 w 106"/>
                  <a:gd name="T19" fmla="*/ 158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" h="158">
                    <a:moveTo>
                      <a:pt x="7" y="158"/>
                    </a:moveTo>
                    <a:cubicBezTo>
                      <a:pt x="4" y="158"/>
                      <a:pt x="2" y="157"/>
                      <a:pt x="1" y="154"/>
                    </a:cubicBezTo>
                    <a:cubicBezTo>
                      <a:pt x="0" y="151"/>
                      <a:pt x="2" y="147"/>
                      <a:pt x="5" y="147"/>
                    </a:cubicBezTo>
                    <a:cubicBezTo>
                      <a:pt x="34" y="139"/>
                      <a:pt x="59" y="121"/>
                      <a:pt x="74" y="94"/>
                    </a:cubicBezTo>
                    <a:cubicBezTo>
                      <a:pt x="89" y="68"/>
                      <a:pt x="93" y="38"/>
                      <a:pt x="86" y="8"/>
                    </a:cubicBezTo>
                    <a:cubicBezTo>
                      <a:pt x="85" y="5"/>
                      <a:pt x="87" y="2"/>
                      <a:pt x="90" y="1"/>
                    </a:cubicBezTo>
                    <a:cubicBezTo>
                      <a:pt x="93" y="0"/>
                      <a:pt x="97" y="2"/>
                      <a:pt x="97" y="5"/>
                    </a:cubicBezTo>
                    <a:cubicBezTo>
                      <a:pt x="106" y="38"/>
                      <a:pt x="101" y="71"/>
                      <a:pt x="84" y="100"/>
                    </a:cubicBezTo>
                    <a:cubicBezTo>
                      <a:pt x="67" y="129"/>
                      <a:pt x="40" y="150"/>
                      <a:pt x="8" y="158"/>
                    </a:cubicBezTo>
                    <a:cubicBezTo>
                      <a:pt x="8" y="158"/>
                      <a:pt x="7" y="158"/>
                      <a:pt x="7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46" name="Freeform 51">
                <a:extLst>
                  <a:ext uri="{FF2B5EF4-FFF2-40B4-BE49-F238E27FC236}">
                    <a16:creationId xmlns:a16="http://schemas.microsoft.com/office/drawing/2014/main" id="{497CBCBA-E920-488C-A069-75BD12852A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9" y="451"/>
                <a:ext cx="110" cy="112"/>
              </a:xfrm>
              <a:custGeom>
                <a:avLst/>
                <a:gdLst>
                  <a:gd name="T0" fmla="*/ 68 w 74"/>
                  <a:gd name="T1" fmla="*/ 76 h 76"/>
                  <a:gd name="T2" fmla="*/ 67 w 74"/>
                  <a:gd name="T3" fmla="*/ 76 h 76"/>
                  <a:gd name="T4" fmla="*/ 6 w 74"/>
                  <a:gd name="T5" fmla="*/ 70 h 76"/>
                  <a:gd name="T6" fmla="*/ 1 w 74"/>
                  <a:gd name="T7" fmla="*/ 67 h 76"/>
                  <a:gd name="T8" fmla="*/ 1 w 74"/>
                  <a:gd name="T9" fmla="*/ 61 h 76"/>
                  <a:gd name="T10" fmla="*/ 24 w 74"/>
                  <a:gd name="T11" fmla="*/ 5 h 76"/>
                  <a:gd name="T12" fmla="*/ 32 w 74"/>
                  <a:gd name="T13" fmla="*/ 1 h 76"/>
                  <a:gd name="T14" fmla="*/ 35 w 74"/>
                  <a:gd name="T15" fmla="*/ 9 h 76"/>
                  <a:gd name="T16" fmla="*/ 15 w 74"/>
                  <a:gd name="T17" fmla="*/ 58 h 76"/>
                  <a:gd name="T18" fmla="*/ 68 w 74"/>
                  <a:gd name="T19" fmla="*/ 64 h 76"/>
                  <a:gd name="T20" fmla="*/ 74 w 74"/>
                  <a:gd name="T21" fmla="*/ 70 h 76"/>
                  <a:gd name="T22" fmla="*/ 68 w 74"/>
                  <a:gd name="T23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4" h="76">
                    <a:moveTo>
                      <a:pt x="68" y="76"/>
                    </a:moveTo>
                    <a:cubicBezTo>
                      <a:pt x="67" y="76"/>
                      <a:pt x="67" y="76"/>
                      <a:pt x="67" y="76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4" y="69"/>
                      <a:pt x="2" y="68"/>
                      <a:pt x="1" y="67"/>
                    </a:cubicBezTo>
                    <a:cubicBezTo>
                      <a:pt x="1" y="65"/>
                      <a:pt x="0" y="63"/>
                      <a:pt x="1" y="61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5" y="1"/>
                      <a:pt x="29" y="0"/>
                      <a:pt x="32" y="1"/>
                    </a:cubicBezTo>
                    <a:cubicBezTo>
                      <a:pt x="35" y="2"/>
                      <a:pt x="36" y="6"/>
                      <a:pt x="35" y="9"/>
                    </a:cubicBezTo>
                    <a:cubicBezTo>
                      <a:pt x="15" y="58"/>
                      <a:pt x="15" y="58"/>
                      <a:pt x="15" y="58"/>
                    </a:cubicBezTo>
                    <a:cubicBezTo>
                      <a:pt x="68" y="64"/>
                      <a:pt x="68" y="64"/>
                      <a:pt x="68" y="64"/>
                    </a:cubicBezTo>
                    <a:cubicBezTo>
                      <a:pt x="71" y="64"/>
                      <a:pt x="74" y="67"/>
                      <a:pt x="74" y="70"/>
                    </a:cubicBezTo>
                    <a:cubicBezTo>
                      <a:pt x="73" y="73"/>
                      <a:pt x="71" y="76"/>
                      <a:pt x="68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47" name="Freeform 52">
                <a:extLst>
                  <a:ext uri="{FF2B5EF4-FFF2-40B4-BE49-F238E27FC236}">
                    <a16:creationId xmlns:a16="http://schemas.microsoft.com/office/drawing/2014/main" id="{4B87FE7B-810D-4E07-A6C4-455E45511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9" y="491"/>
                <a:ext cx="269" cy="81"/>
              </a:xfrm>
              <a:custGeom>
                <a:avLst/>
                <a:gdLst>
                  <a:gd name="T0" fmla="*/ 175 w 182"/>
                  <a:gd name="T1" fmla="*/ 55 h 55"/>
                  <a:gd name="T2" fmla="*/ 171 w 182"/>
                  <a:gd name="T3" fmla="*/ 53 h 55"/>
                  <a:gd name="T4" fmla="*/ 94 w 182"/>
                  <a:gd name="T5" fmla="*/ 14 h 55"/>
                  <a:gd name="T6" fmla="*/ 11 w 182"/>
                  <a:gd name="T7" fmla="*/ 41 h 55"/>
                  <a:gd name="T8" fmla="*/ 2 w 182"/>
                  <a:gd name="T9" fmla="*/ 40 h 55"/>
                  <a:gd name="T10" fmla="*/ 3 w 182"/>
                  <a:gd name="T11" fmla="*/ 32 h 55"/>
                  <a:gd name="T12" fmla="*/ 94 w 182"/>
                  <a:gd name="T13" fmla="*/ 2 h 55"/>
                  <a:gd name="T14" fmla="*/ 180 w 182"/>
                  <a:gd name="T15" fmla="*/ 45 h 55"/>
                  <a:gd name="T16" fmla="*/ 179 w 182"/>
                  <a:gd name="T17" fmla="*/ 53 h 55"/>
                  <a:gd name="T18" fmla="*/ 175 w 182"/>
                  <a:gd name="T1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82" h="55">
                    <a:moveTo>
                      <a:pt x="175" y="55"/>
                    </a:moveTo>
                    <a:cubicBezTo>
                      <a:pt x="174" y="55"/>
                      <a:pt x="172" y="54"/>
                      <a:pt x="171" y="53"/>
                    </a:cubicBezTo>
                    <a:cubicBezTo>
                      <a:pt x="151" y="30"/>
                      <a:pt x="124" y="16"/>
                      <a:pt x="94" y="14"/>
                    </a:cubicBezTo>
                    <a:cubicBezTo>
                      <a:pt x="63" y="12"/>
                      <a:pt x="34" y="21"/>
                      <a:pt x="11" y="41"/>
                    </a:cubicBezTo>
                    <a:cubicBezTo>
                      <a:pt x="8" y="43"/>
                      <a:pt x="4" y="43"/>
                      <a:pt x="2" y="40"/>
                    </a:cubicBezTo>
                    <a:cubicBezTo>
                      <a:pt x="0" y="38"/>
                      <a:pt x="0" y="34"/>
                      <a:pt x="3" y="32"/>
                    </a:cubicBezTo>
                    <a:cubicBezTo>
                      <a:pt x="28" y="10"/>
                      <a:pt x="61" y="0"/>
                      <a:pt x="94" y="2"/>
                    </a:cubicBezTo>
                    <a:cubicBezTo>
                      <a:pt x="128" y="4"/>
                      <a:pt x="159" y="20"/>
                      <a:pt x="180" y="45"/>
                    </a:cubicBezTo>
                    <a:cubicBezTo>
                      <a:pt x="182" y="47"/>
                      <a:pt x="182" y="51"/>
                      <a:pt x="179" y="53"/>
                    </a:cubicBezTo>
                    <a:cubicBezTo>
                      <a:pt x="178" y="54"/>
                      <a:pt x="177" y="55"/>
                      <a:pt x="175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48" name="Freeform 53">
                <a:extLst>
                  <a:ext uri="{FF2B5EF4-FFF2-40B4-BE49-F238E27FC236}">
                    <a16:creationId xmlns:a16="http://schemas.microsoft.com/office/drawing/2014/main" id="{815B8F61-E2FC-417A-AE51-426E244A0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8" y="754"/>
                <a:ext cx="108" cy="114"/>
              </a:xfrm>
              <a:custGeom>
                <a:avLst/>
                <a:gdLst>
                  <a:gd name="T0" fmla="*/ 7 w 73"/>
                  <a:gd name="T1" fmla="*/ 77 h 77"/>
                  <a:gd name="T2" fmla="*/ 1 w 73"/>
                  <a:gd name="T3" fmla="*/ 72 h 77"/>
                  <a:gd name="T4" fmla="*/ 6 w 73"/>
                  <a:gd name="T5" fmla="*/ 65 h 77"/>
                  <a:gd name="T6" fmla="*/ 58 w 73"/>
                  <a:gd name="T7" fmla="*/ 57 h 77"/>
                  <a:gd name="T8" fmla="*/ 36 w 73"/>
                  <a:gd name="T9" fmla="*/ 9 h 77"/>
                  <a:gd name="T10" fmla="*/ 39 w 73"/>
                  <a:gd name="T11" fmla="*/ 1 h 77"/>
                  <a:gd name="T12" fmla="*/ 47 w 73"/>
                  <a:gd name="T13" fmla="*/ 4 h 77"/>
                  <a:gd name="T14" fmla="*/ 73 w 73"/>
                  <a:gd name="T15" fmla="*/ 60 h 77"/>
                  <a:gd name="T16" fmla="*/ 73 w 73"/>
                  <a:gd name="T17" fmla="*/ 65 h 77"/>
                  <a:gd name="T18" fmla="*/ 68 w 73"/>
                  <a:gd name="T19" fmla="*/ 68 h 77"/>
                  <a:gd name="T20" fmla="*/ 7 w 73"/>
                  <a:gd name="T21" fmla="*/ 77 h 77"/>
                  <a:gd name="T22" fmla="*/ 7 w 73"/>
                  <a:gd name="T23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3" h="77">
                    <a:moveTo>
                      <a:pt x="7" y="77"/>
                    </a:moveTo>
                    <a:cubicBezTo>
                      <a:pt x="4" y="77"/>
                      <a:pt x="1" y="75"/>
                      <a:pt x="1" y="72"/>
                    </a:cubicBezTo>
                    <a:cubicBezTo>
                      <a:pt x="0" y="69"/>
                      <a:pt x="2" y="66"/>
                      <a:pt x="6" y="65"/>
                    </a:cubicBezTo>
                    <a:cubicBezTo>
                      <a:pt x="58" y="57"/>
                      <a:pt x="58" y="57"/>
                      <a:pt x="58" y="57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5" y="6"/>
                      <a:pt x="36" y="2"/>
                      <a:pt x="39" y="1"/>
                    </a:cubicBezTo>
                    <a:cubicBezTo>
                      <a:pt x="42" y="0"/>
                      <a:pt x="46" y="1"/>
                      <a:pt x="47" y="4"/>
                    </a:cubicBezTo>
                    <a:cubicBezTo>
                      <a:pt x="73" y="60"/>
                      <a:pt x="73" y="60"/>
                      <a:pt x="73" y="60"/>
                    </a:cubicBezTo>
                    <a:cubicBezTo>
                      <a:pt x="73" y="61"/>
                      <a:pt x="73" y="63"/>
                      <a:pt x="73" y="65"/>
                    </a:cubicBezTo>
                    <a:cubicBezTo>
                      <a:pt x="72" y="67"/>
                      <a:pt x="70" y="68"/>
                      <a:pt x="68" y="68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49" name="Freeform 54">
                <a:extLst>
                  <a:ext uri="{FF2B5EF4-FFF2-40B4-BE49-F238E27FC236}">
                    <a16:creationId xmlns:a16="http://schemas.microsoft.com/office/drawing/2014/main" id="{A09BE62F-ACE3-492B-8862-75A08F8ABF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2" y="612"/>
                <a:ext cx="144" cy="242"/>
              </a:xfrm>
              <a:custGeom>
                <a:avLst/>
                <a:gdLst>
                  <a:gd name="T0" fmla="*/ 90 w 97"/>
                  <a:gd name="T1" fmla="*/ 164 h 164"/>
                  <a:gd name="T2" fmla="*/ 88 w 97"/>
                  <a:gd name="T3" fmla="*/ 163 h 164"/>
                  <a:gd name="T4" fmla="*/ 17 w 97"/>
                  <a:gd name="T5" fmla="*/ 100 h 164"/>
                  <a:gd name="T6" fmla="*/ 11 w 97"/>
                  <a:gd name="T7" fmla="*/ 4 h 164"/>
                  <a:gd name="T8" fmla="*/ 19 w 97"/>
                  <a:gd name="T9" fmla="*/ 1 h 164"/>
                  <a:gd name="T10" fmla="*/ 22 w 97"/>
                  <a:gd name="T11" fmla="*/ 8 h 164"/>
                  <a:gd name="T12" fmla="*/ 27 w 97"/>
                  <a:gd name="T13" fmla="*/ 94 h 164"/>
                  <a:gd name="T14" fmla="*/ 92 w 97"/>
                  <a:gd name="T15" fmla="*/ 152 h 164"/>
                  <a:gd name="T16" fmla="*/ 96 w 97"/>
                  <a:gd name="T17" fmla="*/ 160 h 164"/>
                  <a:gd name="T18" fmla="*/ 90 w 97"/>
                  <a:gd name="T19" fmla="*/ 16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7" h="164">
                    <a:moveTo>
                      <a:pt x="90" y="164"/>
                    </a:moveTo>
                    <a:cubicBezTo>
                      <a:pt x="90" y="164"/>
                      <a:pt x="89" y="164"/>
                      <a:pt x="88" y="163"/>
                    </a:cubicBezTo>
                    <a:cubicBezTo>
                      <a:pt x="57" y="152"/>
                      <a:pt x="31" y="130"/>
                      <a:pt x="17" y="100"/>
                    </a:cubicBezTo>
                    <a:cubicBezTo>
                      <a:pt x="2" y="70"/>
                      <a:pt x="0" y="36"/>
                      <a:pt x="11" y="4"/>
                    </a:cubicBezTo>
                    <a:cubicBezTo>
                      <a:pt x="12" y="1"/>
                      <a:pt x="16" y="0"/>
                      <a:pt x="19" y="1"/>
                    </a:cubicBezTo>
                    <a:cubicBezTo>
                      <a:pt x="22" y="2"/>
                      <a:pt x="23" y="5"/>
                      <a:pt x="22" y="8"/>
                    </a:cubicBezTo>
                    <a:cubicBezTo>
                      <a:pt x="12" y="37"/>
                      <a:pt x="14" y="67"/>
                      <a:pt x="27" y="94"/>
                    </a:cubicBezTo>
                    <a:cubicBezTo>
                      <a:pt x="41" y="121"/>
                      <a:pt x="64" y="142"/>
                      <a:pt x="92" y="152"/>
                    </a:cubicBezTo>
                    <a:cubicBezTo>
                      <a:pt x="96" y="153"/>
                      <a:pt x="97" y="157"/>
                      <a:pt x="96" y="160"/>
                    </a:cubicBezTo>
                    <a:cubicBezTo>
                      <a:pt x="95" y="162"/>
                      <a:pt x="93" y="164"/>
                      <a:pt x="90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3CE759A-321F-4451-BC32-092239318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0999" y="3944865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30" name="Group 133" descr="Person with Chat Bubble">
              <a:extLst>
                <a:ext uri="{FF2B5EF4-FFF2-40B4-BE49-F238E27FC236}">
                  <a16:creationId xmlns:a16="http://schemas.microsoft.com/office/drawing/2014/main" id="{A8F2B245-F43F-4A16-9CE2-27358D9DCE30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69996" y="4304038"/>
              <a:ext cx="508082" cy="508082"/>
              <a:chOff x="5508" y="2995"/>
              <a:chExt cx="427" cy="427"/>
            </a:xfrm>
            <a:solidFill>
              <a:schemeClr val="accent1"/>
            </a:solidFill>
          </p:grpSpPr>
          <p:sp>
            <p:nvSpPr>
              <p:cNvPr id="131" name="Freeform 134">
                <a:extLst>
                  <a:ext uri="{FF2B5EF4-FFF2-40B4-BE49-F238E27FC236}">
                    <a16:creationId xmlns:a16="http://schemas.microsoft.com/office/drawing/2014/main" id="{235FA42A-7CCF-4AA2-ABAC-CB6857AAB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50" y="2995"/>
                <a:ext cx="285" cy="249"/>
              </a:xfrm>
              <a:custGeom>
                <a:avLst/>
                <a:gdLst>
                  <a:gd name="T0" fmla="*/ 90 w 192"/>
                  <a:gd name="T1" fmla="*/ 168 h 168"/>
                  <a:gd name="T2" fmla="*/ 87 w 192"/>
                  <a:gd name="T3" fmla="*/ 168 h 168"/>
                  <a:gd name="T4" fmla="*/ 84 w 192"/>
                  <a:gd name="T5" fmla="*/ 162 h 168"/>
                  <a:gd name="T6" fmla="*/ 84 w 192"/>
                  <a:gd name="T7" fmla="*/ 120 h 168"/>
                  <a:gd name="T8" fmla="*/ 72 w 192"/>
                  <a:gd name="T9" fmla="*/ 120 h 168"/>
                  <a:gd name="T10" fmla="*/ 72 w 192"/>
                  <a:gd name="T11" fmla="*/ 108 h 168"/>
                  <a:gd name="T12" fmla="*/ 90 w 192"/>
                  <a:gd name="T13" fmla="*/ 108 h 168"/>
                  <a:gd name="T14" fmla="*/ 96 w 192"/>
                  <a:gd name="T15" fmla="*/ 114 h 168"/>
                  <a:gd name="T16" fmla="*/ 96 w 192"/>
                  <a:gd name="T17" fmla="*/ 148 h 168"/>
                  <a:gd name="T18" fmla="*/ 138 w 192"/>
                  <a:gd name="T19" fmla="*/ 110 h 168"/>
                  <a:gd name="T20" fmla="*/ 142 w 192"/>
                  <a:gd name="T21" fmla="*/ 108 h 168"/>
                  <a:gd name="T22" fmla="*/ 180 w 192"/>
                  <a:gd name="T23" fmla="*/ 108 h 168"/>
                  <a:gd name="T24" fmla="*/ 180 w 192"/>
                  <a:gd name="T25" fmla="*/ 12 h 168"/>
                  <a:gd name="T26" fmla="*/ 12 w 192"/>
                  <a:gd name="T27" fmla="*/ 12 h 168"/>
                  <a:gd name="T28" fmla="*/ 12 w 192"/>
                  <a:gd name="T29" fmla="*/ 54 h 168"/>
                  <a:gd name="T30" fmla="*/ 0 w 192"/>
                  <a:gd name="T31" fmla="*/ 54 h 168"/>
                  <a:gd name="T32" fmla="*/ 0 w 192"/>
                  <a:gd name="T33" fmla="*/ 6 h 168"/>
                  <a:gd name="T34" fmla="*/ 6 w 192"/>
                  <a:gd name="T35" fmla="*/ 0 h 168"/>
                  <a:gd name="T36" fmla="*/ 186 w 192"/>
                  <a:gd name="T37" fmla="*/ 0 h 168"/>
                  <a:gd name="T38" fmla="*/ 192 w 192"/>
                  <a:gd name="T39" fmla="*/ 6 h 168"/>
                  <a:gd name="T40" fmla="*/ 192 w 192"/>
                  <a:gd name="T41" fmla="*/ 114 h 168"/>
                  <a:gd name="T42" fmla="*/ 186 w 192"/>
                  <a:gd name="T43" fmla="*/ 120 h 168"/>
                  <a:gd name="T44" fmla="*/ 144 w 192"/>
                  <a:gd name="T45" fmla="*/ 120 h 168"/>
                  <a:gd name="T46" fmla="*/ 94 w 192"/>
                  <a:gd name="T47" fmla="*/ 166 h 168"/>
                  <a:gd name="T48" fmla="*/ 90 w 192"/>
                  <a:gd name="T49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2" h="168">
                    <a:moveTo>
                      <a:pt x="90" y="168"/>
                    </a:moveTo>
                    <a:cubicBezTo>
                      <a:pt x="89" y="168"/>
                      <a:pt x="88" y="168"/>
                      <a:pt x="87" y="168"/>
                    </a:cubicBezTo>
                    <a:cubicBezTo>
                      <a:pt x="85" y="167"/>
                      <a:pt x="84" y="164"/>
                      <a:pt x="84" y="162"/>
                    </a:cubicBezTo>
                    <a:cubicBezTo>
                      <a:pt x="84" y="120"/>
                      <a:pt x="84" y="120"/>
                      <a:pt x="84" y="120"/>
                    </a:cubicBezTo>
                    <a:cubicBezTo>
                      <a:pt x="72" y="120"/>
                      <a:pt x="72" y="120"/>
                      <a:pt x="72" y="120"/>
                    </a:cubicBezTo>
                    <a:cubicBezTo>
                      <a:pt x="72" y="108"/>
                      <a:pt x="72" y="108"/>
                      <a:pt x="72" y="108"/>
                    </a:cubicBezTo>
                    <a:cubicBezTo>
                      <a:pt x="90" y="108"/>
                      <a:pt x="90" y="108"/>
                      <a:pt x="90" y="108"/>
                    </a:cubicBezTo>
                    <a:cubicBezTo>
                      <a:pt x="93" y="108"/>
                      <a:pt x="96" y="111"/>
                      <a:pt x="96" y="114"/>
                    </a:cubicBezTo>
                    <a:cubicBezTo>
                      <a:pt x="96" y="148"/>
                      <a:pt x="96" y="148"/>
                      <a:pt x="96" y="148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39" y="109"/>
                      <a:pt x="140" y="108"/>
                      <a:pt x="142" y="108"/>
                    </a:cubicBezTo>
                    <a:cubicBezTo>
                      <a:pt x="180" y="108"/>
                      <a:pt x="180" y="108"/>
                      <a:pt x="180" y="108"/>
                    </a:cubicBezTo>
                    <a:cubicBezTo>
                      <a:pt x="180" y="12"/>
                      <a:pt x="180" y="12"/>
                      <a:pt x="180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86" y="0"/>
                      <a:pt x="186" y="0"/>
                      <a:pt x="186" y="0"/>
                    </a:cubicBezTo>
                    <a:cubicBezTo>
                      <a:pt x="189" y="0"/>
                      <a:pt x="192" y="3"/>
                      <a:pt x="192" y="6"/>
                    </a:cubicBezTo>
                    <a:cubicBezTo>
                      <a:pt x="192" y="114"/>
                      <a:pt x="192" y="114"/>
                      <a:pt x="192" y="114"/>
                    </a:cubicBezTo>
                    <a:cubicBezTo>
                      <a:pt x="192" y="117"/>
                      <a:pt x="189" y="120"/>
                      <a:pt x="186" y="120"/>
                    </a:cubicBezTo>
                    <a:cubicBezTo>
                      <a:pt x="144" y="120"/>
                      <a:pt x="144" y="120"/>
                      <a:pt x="144" y="120"/>
                    </a:cubicBezTo>
                    <a:cubicBezTo>
                      <a:pt x="94" y="166"/>
                      <a:pt x="94" y="166"/>
                      <a:pt x="94" y="166"/>
                    </a:cubicBezTo>
                    <a:cubicBezTo>
                      <a:pt x="93" y="167"/>
                      <a:pt x="91" y="168"/>
                      <a:pt x="90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132" name="Rectangle 135">
                <a:extLst>
                  <a:ext uri="{FF2B5EF4-FFF2-40B4-BE49-F238E27FC236}">
                    <a16:creationId xmlns:a16="http://schemas.microsoft.com/office/drawing/2014/main" id="{C942925E-0313-41F9-AB0C-B142D35E01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46" y="3084"/>
                <a:ext cx="18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133" name="Rectangle 136">
                <a:extLst>
                  <a:ext uri="{FF2B5EF4-FFF2-40B4-BE49-F238E27FC236}">
                    <a16:creationId xmlns:a16="http://schemas.microsoft.com/office/drawing/2014/main" id="{CA06B1CA-533D-4E5A-8650-C2980FF8F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3" y="3084"/>
                <a:ext cx="17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134" name="Rectangle 137">
                <a:extLst>
                  <a:ext uri="{FF2B5EF4-FFF2-40B4-BE49-F238E27FC236}">
                    <a16:creationId xmlns:a16="http://schemas.microsoft.com/office/drawing/2014/main" id="{B4922E64-71E5-47EC-B5B3-1B2001408A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9" y="3084"/>
                <a:ext cx="18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135" name="Freeform 138">
                <a:extLst>
                  <a:ext uri="{FF2B5EF4-FFF2-40B4-BE49-F238E27FC236}">
                    <a16:creationId xmlns:a16="http://schemas.microsoft.com/office/drawing/2014/main" id="{335FEC58-B102-457D-A926-0A6E65A1F4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8" y="3120"/>
                <a:ext cx="285" cy="302"/>
              </a:xfrm>
              <a:custGeom>
                <a:avLst/>
                <a:gdLst>
                  <a:gd name="T0" fmla="*/ 186 w 192"/>
                  <a:gd name="T1" fmla="*/ 204 h 204"/>
                  <a:gd name="T2" fmla="*/ 6 w 192"/>
                  <a:gd name="T3" fmla="*/ 204 h 204"/>
                  <a:gd name="T4" fmla="*/ 0 w 192"/>
                  <a:gd name="T5" fmla="*/ 198 h 204"/>
                  <a:gd name="T6" fmla="*/ 0 w 192"/>
                  <a:gd name="T7" fmla="*/ 168 h 204"/>
                  <a:gd name="T8" fmla="*/ 25 w 192"/>
                  <a:gd name="T9" fmla="*/ 147 h 204"/>
                  <a:gd name="T10" fmla="*/ 66 w 192"/>
                  <a:gd name="T11" fmla="*/ 128 h 204"/>
                  <a:gd name="T12" fmla="*/ 66 w 192"/>
                  <a:gd name="T13" fmla="*/ 111 h 204"/>
                  <a:gd name="T14" fmla="*/ 54 w 192"/>
                  <a:gd name="T15" fmla="*/ 83 h 204"/>
                  <a:gd name="T16" fmla="*/ 45 w 192"/>
                  <a:gd name="T17" fmla="*/ 66 h 204"/>
                  <a:gd name="T18" fmla="*/ 52 w 192"/>
                  <a:gd name="T19" fmla="*/ 50 h 204"/>
                  <a:gd name="T20" fmla="*/ 49 w 192"/>
                  <a:gd name="T21" fmla="*/ 22 h 204"/>
                  <a:gd name="T22" fmla="*/ 61 w 192"/>
                  <a:gd name="T23" fmla="*/ 18 h 204"/>
                  <a:gd name="T24" fmla="*/ 101 w 192"/>
                  <a:gd name="T25" fmla="*/ 0 h 204"/>
                  <a:gd name="T26" fmla="*/ 142 w 192"/>
                  <a:gd name="T27" fmla="*/ 23 h 204"/>
                  <a:gd name="T28" fmla="*/ 139 w 192"/>
                  <a:gd name="T29" fmla="*/ 51 h 204"/>
                  <a:gd name="T30" fmla="*/ 142 w 192"/>
                  <a:gd name="T31" fmla="*/ 54 h 204"/>
                  <a:gd name="T32" fmla="*/ 144 w 192"/>
                  <a:gd name="T33" fmla="*/ 65 h 204"/>
                  <a:gd name="T34" fmla="*/ 137 w 192"/>
                  <a:gd name="T35" fmla="*/ 82 h 204"/>
                  <a:gd name="T36" fmla="*/ 126 w 192"/>
                  <a:gd name="T37" fmla="*/ 111 h 204"/>
                  <a:gd name="T38" fmla="*/ 126 w 192"/>
                  <a:gd name="T39" fmla="*/ 128 h 204"/>
                  <a:gd name="T40" fmla="*/ 167 w 192"/>
                  <a:gd name="T41" fmla="*/ 147 h 204"/>
                  <a:gd name="T42" fmla="*/ 192 w 192"/>
                  <a:gd name="T43" fmla="*/ 168 h 204"/>
                  <a:gd name="T44" fmla="*/ 192 w 192"/>
                  <a:gd name="T45" fmla="*/ 198 h 204"/>
                  <a:gd name="T46" fmla="*/ 186 w 192"/>
                  <a:gd name="T47" fmla="*/ 204 h 204"/>
                  <a:gd name="T48" fmla="*/ 12 w 192"/>
                  <a:gd name="T49" fmla="*/ 192 h 204"/>
                  <a:gd name="T50" fmla="*/ 180 w 192"/>
                  <a:gd name="T51" fmla="*/ 192 h 204"/>
                  <a:gd name="T52" fmla="*/ 180 w 192"/>
                  <a:gd name="T53" fmla="*/ 169 h 204"/>
                  <a:gd name="T54" fmla="*/ 118 w 192"/>
                  <a:gd name="T55" fmla="*/ 138 h 204"/>
                  <a:gd name="T56" fmla="*/ 114 w 192"/>
                  <a:gd name="T57" fmla="*/ 132 h 204"/>
                  <a:gd name="T58" fmla="*/ 114 w 192"/>
                  <a:gd name="T59" fmla="*/ 108 h 204"/>
                  <a:gd name="T60" fmla="*/ 118 w 192"/>
                  <a:gd name="T61" fmla="*/ 102 h 204"/>
                  <a:gd name="T62" fmla="*/ 118 w 192"/>
                  <a:gd name="T63" fmla="*/ 102 h 204"/>
                  <a:gd name="T64" fmla="*/ 125 w 192"/>
                  <a:gd name="T65" fmla="*/ 78 h 204"/>
                  <a:gd name="T66" fmla="*/ 130 w 192"/>
                  <a:gd name="T67" fmla="*/ 72 h 204"/>
                  <a:gd name="T68" fmla="*/ 132 w 192"/>
                  <a:gd name="T69" fmla="*/ 61 h 204"/>
                  <a:gd name="T70" fmla="*/ 131 w 192"/>
                  <a:gd name="T71" fmla="*/ 60 h 204"/>
                  <a:gd name="T72" fmla="*/ 125 w 192"/>
                  <a:gd name="T73" fmla="*/ 54 h 204"/>
                  <a:gd name="T74" fmla="*/ 127 w 192"/>
                  <a:gd name="T75" fmla="*/ 48 h 204"/>
                  <a:gd name="T76" fmla="*/ 130 w 192"/>
                  <a:gd name="T77" fmla="*/ 25 h 204"/>
                  <a:gd name="T78" fmla="*/ 101 w 192"/>
                  <a:gd name="T79" fmla="*/ 12 h 204"/>
                  <a:gd name="T80" fmla="*/ 71 w 192"/>
                  <a:gd name="T81" fmla="*/ 25 h 204"/>
                  <a:gd name="T82" fmla="*/ 64 w 192"/>
                  <a:gd name="T83" fmla="*/ 30 h 204"/>
                  <a:gd name="T84" fmla="*/ 58 w 192"/>
                  <a:gd name="T85" fmla="*/ 30 h 204"/>
                  <a:gd name="T86" fmla="*/ 63 w 192"/>
                  <a:gd name="T87" fmla="*/ 46 h 204"/>
                  <a:gd name="T88" fmla="*/ 66 w 192"/>
                  <a:gd name="T89" fmla="*/ 54 h 204"/>
                  <a:gd name="T90" fmla="*/ 60 w 192"/>
                  <a:gd name="T91" fmla="*/ 60 h 204"/>
                  <a:gd name="T92" fmla="*/ 57 w 192"/>
                  <a:gd name="T93" fmla="*/ 66 h 204"/>
                  <a:gd name="T94" fmla="*/ 60 w 192"/>
                  <a:gd name="T95" fmla="*/ 72 h 204"/>
                  <a:gd name="T96" fmla="*/ 66 w 192"/>
                  <a:gd name="T97" fmla="*/ 78 h 204"/>
                  <a:gd name="T98" fmla="*/ 74 w 192"/>
                  <a:gd name="T99" fmla="*/ 102 h 204"/>
                  <a:gd name="T100" fmla="*/ 78 w 192"/>
                  <a:gd name="T101" fmla="*/ 108 h 204"/>
                  <a:gd name="T102" fmla="*/ 78 w 192"/>
                  <a:gd name="T103" fmla="*/ 132 h 204"/>
                  <a:gd name="T104" fmla="*/ 74 w 192"/>
                  <a:gd name="T105" fmla="*/ 138 h 204"/>
                  <a:gd name="T106" fmla="*/ 12 w 192"/>
                  <a:gd name="T107" fmla="*/ 169 h 204"/>
                  <a:gd name="T108" fmla="*/ 12 w 192"/>
                  <a:gd name="T109" fmla="*/ 192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92" h="204">
                    <a:moveTo>
                      <a:pt x="186" y="204"/>
                    </a:moveTo>
                    <a:cubicBezTo>
                      <a:pt x="6" y="204"/>
                      <a:pt x="6" y="204"/>
                      <a:pt x="6" y="204"/>
                    </a:cubicBezTo>
                    <a:cubicBezTo>
                      <a:pt x="3" y="204"/>
                      <a:pt x="0" y="201"/>
                      <a:pt x="0" y="198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64"/>
                      <a:pt x="2" y="159"/>
                      <a:pt x="25" y="147"/>
                    </a:cubicBezTo>
                    <a:cubicBezTo>
                      <a:pt x="36" y="141"/>
                      <a:pt x="51" y="134"/>
                      <a:pt x="66" y="128"/>
                    </a:cubicBezTo>
                    <a:cubicBezTo>
                      <a:pt x="66" y="111"/>
                      <a:pt x="66" y="111"/>
                      <a:pt x="66" y="111"/>
                    </a:cubicBezTo>
                    <a:cubicBezTo>
                      <a:pt x="61" y="108"/>
                      <a:pt x="55" y="100"/>
                      <a:pt x="54" y="83"/>
                    </a:cubicBezTo>
                    <a:cubicBezTo>
                      <a:pt x="48" y="80"/>
                      <a:pt x="45" y="74"/>
                      <a:pt x="45" y="66"/>
                    </a:cubicBezTo>
                    <a:cubicBezTo>
                      <a:pt x="45" y="59"/>
                      <a:pt x="48" y="53"/>
                      <a:pt x="52" y="50"/>
                    </a:cubicBezTo>
                    <a:cubicBezTo>
                      <a:pt x="48" y="42"/>
                      <a:pt x="43" y="30"/>
                      <a:pt x="49" y="22"/>
                    </a:cubicBezTo>
                    <a:cubicBezTo>
                      <a:pt x="52" y="19"/>
                      <a:pt x="56" y="17"/>
                      <a:pt x="61" y="18"/>
                    </a:cubicBezTo>
                    <a:cubicBezTo>
                      <a:pt x="68" y="5"/>
                      <a:pt x="86" y="0"/>
                      <a:pt x="101" y="0"/>
                    </a:cubicBezTo>
                    <a:cubicBezTo>
                      <a:pt x="117" y="0"/>
                      <a:pt x="138" y="6"/>
                      <a:pt x="142" y="23"/>
                    </a:cubicBezTo>
                    <a:cubicBezTo>
                      <a:pt x="145" y="34"/>
                      <a:pt x="141" y="44"/>
                      <a:pt x="139" y="51"/>
                    </a:cubicBezTo>
                    <a:cubicBezTo>
                      <a:pt x="140" y="52"/>
                      <a:pt x="141" y="53"/>
                      <a:pt x="142" y="54"/>
                    </a:cubicBezTo>
                    <a:cubicBezTo>
                      <a:pt x="143" y="57"/>
                      <a:pt x="144" y="61"/>
                      <a:pt x="144" y="65"/>
                    </a:cubicBezTo>
                    <a:cubicBezTo>
                      <a:pt x="144" y="72"/>
                      <a:pt x="142" y="79"/>
                      <a:pt x="137" y="82"/>
                    </a:cubicBezTo>
                    <a:cubicBezTo>
                      <a:pt x="136" y="100"/>
                      <a:pt x="130" y="108"/>
                      <a:pt x="126" y="111"/>
                    </a:cubicBezTo>
                    <a:cubicBezTo>
                      <a:pt x="126" y="128"/>
                      <a:pt x="126" y="128"/>
                      <a:pt x="126" y="128"/>
                    </a:cubicBezTo>
                    <a:cubicBezTo>
                      <a:pt x="140" y="134"/>
                      <a:pt x="155" y="141"/>
                      <a:pt x="167" y="147"/>
                    </a:cubicBezTo>
                    <a:cubicBezTo>
                      <a:pt x="190" y="159"/>
                      <a:pt x="192" y="164"/>
                      <a:pt x="192" y="168"/>
                    </a:cubicBezTo>
                    <a:cubicBezTo>
                      <a:pt x="192" y="198"/>
                      <a:pt x="192" y="198"/>
                      <a:pt x="192" y="198"/>
                    </a:cubicBezTo>
                    <a:cubicBezTo>
                      <a:pt x="192" y="201"/>
                      <a:pt x="189" y="204"/>
                      <a:pt x="186" y="204"/>
                    </a:cubicBezTo>
                    <a:close/>
                    <a:moveTo>
                      <a:pt x="12" y="192"/>
                    </a:moveTo>
                    <a:cubicBezTo>
                      <a:pt x="180" y="192"/>
                      <a:pt x="180" y="192"/>
                      <a:pt x="180" y="192"/>
                    </a:cubicBezTo>
                    <a:cubicBezTo>
                      <a:pt x="180" y="169"/>
                      <a:pt x="180" y="169"/>
                      <a:pt x="180" y="169"/>
                    </a:cubicBezTo>
                    <a:cubicBezTo>
                      <a:pt x="175" y="164"/>
                      <a:pt x="149" y="150"/>
                      <a:pt x="118" y="138"/>
                    </a:cubicBezTo>
                    <a:cubicBezTo>
                      <a:pt x="115" y="137"/>
                      <a:pt x="114" y="134"/>
                      <a:pt x="114" y="132"/>
                    </a:cubicBezTo>
                    <a:cubicBezTo>
                      <a:pt x="114" y="108"/>
                      <a:pt x="114" y="108"/>
                      <a:pt x="114" y="108"/>
                    </a:cubicBezTo>
                    <a:cubicBezTo>
                      <a:pt x="114" y="106"/>
                      <a:pt x="115" y="103"/>
                      <a:pt x="118" y="102"/>
                    </a:cubicBezTo>
                    <a:cubicBezTo>
                      <a:pt x="118" y="102"/>
                      <a:pt x="118" y="102"/>
                      <a:pt x="118" y="102"/>
                    </a:cubicBezTo>
                    <a:cubicBezTo>
                      <a:pt x="118" y="102"/>
                      <a:pt x="125" y="98"/>
                      <a:pt x="125" y="78"/>
                    </a:cubicBezTo>
                    <a:cubicBezTo>
                      <a:pt x="125" y="75"/>
                      <a:pt x="127" y="72"/>
                      <a:pt x="130" y="72"/>
                    </a:cubicBezTo>
                    <a:cubicBezTo>
                      <a:pt x="132" y="71"/>
                      <a:pt x="133" y="65"/>
                      <a:pt x="132" y="61"/>
                    </a:cubicBezTo>
                    <a:cubicBezTo>
                      <a:pt x="131" y="60"/>
                      <a:pt x="131" y="60"/>
                      <a:pt x="131" y="60"/>
                    </a:cubicBezTo>
                    <a:cubicBezTo>
                      <a:pt x="127" y="60"/>
                      <a:pt x="125" y="57"/>
                      <a:pt x="125" y="54"/>
                    </a:cubicBezTo>
                    <a:cubicBezTo>
                      <a:pt x="125" y="52"/>
                      <a:pt x="125" y="51"/>
                      <a:pt x="127" y="48"/>
                    </a:cubicBezTo>
                    <a:cubicBezTo>
                      <a:pt x="129" y="43"/>
                      <a:pt x="133" y="34"/>
                      <a:pt x="130" y="25"/>
                    </a:cubicBezTo>
                    <a:cubicBezTo>
                      <a:pt x="128" y="17"/>
                      <a:pt x="114" y="12"/>
                      <a:pt x="101" y="12"/>
                    </a:cubicBezTo>
                    <a:cubicBezTo>
                      <a:pt x="87" y="12"/>
                      <a:pt x="73" y="17"/>
                      <a:pt x="71" y="25"/>
                    </a:cubicBezTo>
                    <a:cubicBezTo>
                      <a:pt x="70" y="29"/>
                      <a:pt x="67" y="31"/>
                      <a:pt x="64" y="30"/>
                    </a:cubicBezTo>
                    <a:cubicBezTo>
                      <a:pt x="60" y="29"/>
                      <a:pt x="58" y="30"/>
                      <a:pt x="58" y="30"/>
                    </a:cubicBezTo>
                    <a:cubicBezTo>
                      <a:pt x="58" y="31"/>
                      <a:pt x="58" y="35"/>
                      <a:pt x="63" y="46"/>
                    </a:cubicBezTo>
                    <a:cubicBezTo>
                      <a:pt x="65" y="50"/>
                      <a:pt x="66" y="52"/>
                      <a:pt x="66" y="54"/>
                    </a:cubicBezTo>
                    <a:cubicBezTo>
                      <a:pt x="66" y="57"/>
                      <a:pt x="63" y="60"/>
                      <a:pt x="60" y="60"/>
                    </a:cubicBezTo>
                    <a:cubicBezTo>
                      <a:pt x="58" y="60"/>
                      <a:pt x="57" y="64"/>
                      <a:pt x="57" y="66"/>
                    </a:cubicBezTo>
                    <a:cubicBezTo>
                      <a:pt x="57" y="69"/>
                      <a:pt x="58" y="72"/>
                      <a:pt x="60" y="72"/>
                    </a:cubicBezTo>
                    <a:cubicBezTo>
                      <a:pt x="63" y="72"/>
                      <a:pt x="66" y="75"/>
                      <a:pt x="66" y="78"/>
                    </a:cubicBezTo>
                    <a:cubicBezTo>
                      <a:pt x="66" y="98"/>
                      <a:pt x="74" y="102"/>
                      <a:pt x="74" y="102"/>
                    </a:cubicBezTo>
                    <a:cubicBezTo>
                      <a:pt x="76" y="103"/>
                      <a:pt x="78" y="105"/>
                      <a:pt x="78" y="108"/>
                    </a:cubicBezTo>
                    <a:cubicBezTo>
                      <a:pt x="78" y="132"/>
                      <a:pt x="78" y="132"/>
                      <a:pt x="78" y="132"/>
                    </a:cubicBezTo>
                    <a:cubicBezTo>
                      <a:pt x="78" y="134"/>
                      <a:pt x="76" y="137"/>
                      <a:pt x="74" y="138"/>
                    </a:cubicBezTo>
                    <a:cubicBezTo>
                      <a:pt x="43" y="150"/>
                      <a:pt x="16" y="164"/>
                      <a:pt x="12" y="169"/>
                    </a:cubicBezTo>
                    <a:lnTo>
                      <a:pt x="12" y="1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B4C9EEE-EDFE-4A3A-87B2-92C163B81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651616" y="3944865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36" name="Group 128" descr="Chat Bubbles">
              <a:extLst>
                <a:ext uri="{FF2B5EF4-FFF2-40B4-BE49-F238E27FC236}">
                  <a16:creationId xmlns:a16="http://schemas.microsoft.com/office/drawing/2014/main" id="{5FE0A84E-CC43-42EA-BB7C-04C9E210A32D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055661" y="4309988"/>
              <a:ext cx="506890" cy="496182"/>
              <a:chOff x="4478" y="2999"/>
              <a:chExt cx="426" cy="417"/>
            </a:xfrm>
            <a:solidFill>
              <a:schemeClr val="accent1"/>
            </a:solidFill>
          </p:grpSpPr>
          <p:sp>
            <p:nvSpPr>
              <p:cNvPr id="137" name="Freeform 129">
                <a:extLst>
                  <a:ext uri="{FF2B5EF4-FFF2-40B4-BE49-F238E27FC236}">
                    <a16:creationId xmlns:a16="http://schemas.microsoft.com/office/drawing/2014/main" id="{82216FC8-C3FF-4F47-84AB-54583C0368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8" y="2999"/>
                <a:ext cx="320" cy="293"/>
              </a:xfrm>
              <a:custGeom>
                <a:avLst/>
                <a:gdLst>
                  <a:gd name="T0" fmla="*/ 12 w 216"/>
                  <a:gd name="T1" fmla="*/ 198 h 198"/>
                  <a:gd name="T2" fmla="*/ 7 w 216"/>
                  <a:gd name="T3" fmla="*/ 196 h 198"/>
                  <a:gd name="T4" fmla="*/ 6 w 216"/>
                  <a:gd name="T5" fmla="*/ 189 h 198"/>
                  <a:gd name="T6" fmla="*/ 28 w 216"/>
                  <a:gd name="T7" fmla="*/ 151 h 198"/>
                  <a:gd name="T8" fmla="*/ 0 w 216"/>
                  <a:gd name="T9" fmla="*/ 89 h 198"/>
                  <a:gd name="T10" fmla="*/ 108 w 216"/>
                  <a:gd name="T11" fmla="*/ 0 h 198"/>
                  <a:gd name="T12" fmla="*/ 216 w 216"/>
                  <a:gd name="T13" fmla="*/ 89 h 198"/>
                  <a:gd name="T14" fmla="*/ 204 w 216"/>
                  <a:gd name="T15" fmla="*/ 89 h 198"/>
                  <a:gd name="T16" fmla="*/ 108 w 216"/>
                  <a:gd name="T17" fmla="*/ 12 h 198"/>
                  <a:gd name="T18" fmla="*/ 12 w 216"/>
                  <a:gd name="T19" fmla="*/ 89 h 198"/>
                  <a:gd name="T20" fmla="*/ 39 w 216"/>
                  <a:gd name="T21" fmla="*/ 145 h 198"/>
                  <a:gd name="T22" fmla="*/ 41 w 216"/>
                  <a:gd name="T23" fmla="*/ 153 h 198"/>
                  <a:gd name="T24" fmla="*/ 25 w 216"/>
                  <a:gd name="T25" fmla="*/ 180 h 198"/>
                  <a:gd name="T26" fmla="*/ 69 w 216"/>
                  <a:gd name="T27" fmla="*/ 162 h 198"/>
                  <a:gd name="T28" fmla="*/ 73 w 216"/>
                  <a:gd name="T29" fmla="*/ 162 h 198"/>
                  <a:gd name="T30" fmla="*/ 90 w 216"/>
                  <a:gd name="T31" fmla="*/ 166 h 198"/>
                  <a:gd name="T32" fmla="*/ 88 w 216"/>
                  <a:gd name="T33" fmla="*/ 178 h 198"/>
                  <a:gd name="T34" fmla="*/ 72 w 216"/>
                  <a:gd name="T35" fmla="*/ 174 h 198"/>
                  <a:gd name="T36" fmla="*/ 14 w 216"/>
                  <a:gd name="T37" fmla="*/ 198 h 198"/>
                  <a:gd name="T38" fmla="*/ 12 w 216"/>
                  <a:gd name="T39" fmla="*/ 198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16" h="198">
                    <a:moveTo>
                      <a:pt x="12" y="198"/>
                    </a:moveTo>
                    <a:cubicBezTo>
                      <a:pt x="10" y="198"/>
                      <a:pt x="8" y="197"/>
                      <a:pt x="7" y="196"/>
                    </a:cubicBezTo>
                    <a:cubicBezTo>
                      <a:pt x="5" y="194"/>
                      <a:pt x="5" y="191"/>
                      <a:pt x="6" y="189"/>
                    </a:cubicBezTo>
                    <a:cubicBezTo>
                      <a:pt x="28" y="151"/>
                      <a:pt x="28" y="151"/>
                      <a:pt x="28" y="151"/>
                    </a:cubicBezTo>
                    <a:cubicBezTo>
                      <a:pt x="10" y="135"/>
                      <a:pt x="0" y="113"/>
                      <a:pt x="0" y="89"/>
                    </a:cubicBezTo>
                    <a:cubicBezTo>
                      <a:pt x="0" y="40"/>
                      <a:pt x="48" y="0"/>
                      <a:pt x="108" y="0"/>
                    </a:cubicBezTo>
                    <a:cubicBezTo>
                      <a:pt x="167" y="0"/>
                      <a:pt x="216" y="40"/>
                      <a:pt x="216" y="89"/>
                    </a:cubicBezTo>
                    <a:cubicBezTo>
                      <a:pt x="204" y="89"/>
                      <a:pt x="204" y="89"/>
                      <a:pt x="204" y="89"/>
                    </a:cubicBezTo>
                    <a:cubicBezTo>
                      <a:pt x="204" y="47"/>
                      <a:pt x="161" y="12"/>
                      <a:pt x="108" y="12"/>
                    </a:cubicBezTo>
                    <a:cubicBezTo>
                      <a:pt x="55" y="12"/>
                      <a:pt x="12" y="47"/>
                      <a:pt x="12" y="89"/>
                    </a:cubicBezTo>
                    <a:cubicBezTo>
                      <a:pt x="12" y="111"/>
                      <a:pt x="22" y="131"/>
                      <a:pt x="39" y="145"/>
                    </a:cubicBezTo>
                    <a:cubicBezTo>
                      <a:pt x="42" y="147"/>
                      <a:pt x="42" y="150"/>
                      <a:pt x="41" y="153"/>
                    </a:cubicBezTo>
                    <a:cubicBezTo>
                      <a:pt x="25" y="180"/>
                      <a:pt x="25" y="180"/>
                      <a:pt x="25" y="180"/>
                    </a:cubicBezTo>
                    <a:cubicBezTo>
                      <a:pt x="69" y="162"/>
                      <a:pt x="69" y="162"/>
                      <a:pt x="69" y="162"/>
                    </a:cubicBezTo>
                    <a:cubicBezTo>
                      <a:pt x="71" y="162"/>
                      <a:pt x="72" y="162"/>
                      <a:pt x="73" y="162"/>
                    </a:cubicBezTo>
                    <a:cubicBezTo>
                      <a:pt x="79" y="164"/>
                      <a:pt x="84" y="165"/>
                      <a:pt x="90" y="166"/>
                    </a:cubicBezTo>
                    <a:cubicBezTo>
                      <a:pt x="88" y="178"/>
                      <a:pt x="88" y="178"/>
                      <a:pt x="88" y="178"/>
                    </a:cubicBezTo>
                    <a:cubicBezTo>
                      <a:pt x="83" y="177"/>
                      <a:pt x="77" y="176"/>
                      <a:pt x="72" y="174"/>
                    </a:cubicBezTo>
                    <a:cubicBezTo>
                      <a:pt x="14" y="198"/>
                      <a:pt x="14" y="198"/>
                      <a:pt x="14" y="198"/>
                    </a:cubicBezTo>
                    <a:cubicBezTo>
                      <a:pt x="13" y="198"/>
                      <a:pt x="12" y="198"/>
                      <a:pt x="12" y="1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138" name="Freeform 130">
                <a:extLst>
                  <a:ext uri="{FF2B5EF4-FFF2-40B4-BE49-F238E27FC236}">
                    <a16:creationId xmlns:a16="http://schemas.microsoft.com/office/drawing/2014/main" id="{2A1611B8-F7DD-45B7-972E-3101D753BB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38" y="3167"/>
                <a:ext cx="266" cy="249"/>
              </a:xfrm>
              <a:custGeom>
                <a:avLst/>
                <a:gdLst>
                  <a:gd name="T0" fmla="*/ 168 w 180"/>
                  <a:gd name="T1" fmla="*/ 168 h 168"/>
                  <a:gd name="T2" fmla="*/ 166 w 180"/>
                  <a:gd name="T3" fmla="*/ 168 h 168"/>
                  <a:gd name="T4" fmla="*/ 120 w 180"/>
                  <a:gd name="T5" fmla="*/ 151 h 168"/>
                  <a:gd name="T6" fmla="*/ 37 w 180"/>
                  <a:gd name="T7" fmla="*/ 143 h 168"/>
                  <a:gd name="T8" fmla="*/ 0 w 180"/>
                  <a:gd name="T9" fmla="*/ 78 h 168"/>
                  <a:gd name="T10" fmla="*/ 90 w 180"/>
                  <a:gd name="T11" fmla="*/ 0 h 168"/>
                  <a:gd name="T12" fmla="*/ 180 w 180"/>
                  <a:gd name="T13" fmla="*/ 78 h 168"/>
                  <a:gd name="T14" fmla="*/ 157 w 180"/>
                  <a:gd name="T15" fmla="*/ 128 h 168"/>
                  <a:gd name="T16" fmla="*/ 173 w 180"/>
                  <a:gd name="T17" fmla="*/ 159 h 168"/>
                  <a:gd name="T18" fmla="*/ 172 w 180"/>
                  <a:gd name="T19" fmla="*/ 166 h 168"/>
                  <a:gd name="T20" fmla="*/ 168 w 180"/>
                  <a:gd name="T21" fmla="*/ 168 h 168"/>
                  <a:gd name="T22" fmla="*/ 120 w 180"/>
                  <a:gd name="T23" fmla="*/ 138 h 168"/>
                  <a:gd name="T24" fmla="*/ 122 w 180"/>
                  <a:gd name="T25" fmla="*/ 138 h 168"/>
                  <a:gd name="T26" fmla="*/ 155 w 180"/>
                  <a:gd name="T27" fmla="*/ 151 h 168"/>
                  <a:gd name="T28" fmla="*/ 144 w 180"/>
                  <a:gd name="T29" fmla="*/ 129 h 168"/>
                  <a:gd name="T30" fmla="*/ 146 w 180"/>
                  <a:gd name="T31" fmla="*/ 121 h 168"/>
                  <a:gd name="T32" fmla="*/ 168 w 180"/>
                  <a:gd name="T33" fmla="*/ 78 h 168"/>
                  <a:gd name="T34" fmla="*/ 90 w 180"/>
                  <a:gd name="T35" fmla="*/ 12 h 168"/>
                  <a:gd name="T36" fmla="*/ 12 w 180"/>
                  <a:gd name="T37" fmla="*/ 78 h 168"/>
                  <a:gd name="T38" fmla="*/ 43 w 180"/>
                  <a:gd name="T39" fmla="*/ 133 h 168"/>
                  <a:gd name="T40" fmla="*/ 117 w 180"/>
                  <a:gd name="T41" fmla="*/ 139 h 168"/>
                  <a:gd name="T42" fmla="*/ 120 w 180"/>
                  <a:gd name="T43" fmla="*/ 13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80" h="168">
                    <a:moveTo>
                      <a:pt x="168" y="168"/>
                    </a:moveTo>
                    <a:cubicBezTo>
                      <a:pt x="167" y="168"/>
                      <a:pt x="166" y="168"/>
                      <a:pt x="166" y="168"/>
                    </a:cubicBezTo>
                    <a:cubicBezTo>
                      <a:pt x="120" y="151"/>
                      <a:pt x="120" y="151"/>
                      <a:pt x="120" y="151"/>
                    </a:cubicBezTo>
                    <a:cubicBezTo>
                      <a:pt x="92" y="162"/>
                      <a:pt x="62" y="159"/>
                      <a:pt x="37" y="143"/>
                    </a:cubicBezTo>
                    <a:cubicBezTo>
                      <a:pt x="13" y="128"/>
                      <a:pt x="0" y="104"/>
                      <a:pt x="0" y="78"/>
                    </a:cubicBezTo>
                    <a:cubicBezTo>
                      <a:pt x="0" y="36"/>
                      <a:pt x="41" y="0"/>
                      <a:pt x="90" y="0"/>
                    </a:cubicBezTo>
                    <a:cubicBezTo>
                      <a:pt x="138" y="0"/>
                      <a:pt x="180" y="36"/>
                      <a:pt x="180" y="78"/>
                    </a:cubicBezTo>
                    <a:cubicBezTo>
                      <a:pt x="180" y="97"/>
                      <a:pt x="172" y="114"/>
                      <a:pt x="157" y="128"/>
                    </a:cubicBezTo>
                    <a:cubicBezTo>
                      <a:pt x="173" y="159"/>
                      <a:pt x="173" y="159"/>
                      <a:pt x="173" y="159"/>
                    </a:cubicBezTo>
                    <a:cubicBezTo>
                      <a:pt x="174" y="162"/>
                      <a:pt x="174" y="164"/>
                      <a:pt x="172" y="166"/>
                    </a:cubicBezTo>
                    <a:cubicBezTo>
                      <a:pt x="171" y="167"/>
                      <a:pt x="169" y="168"/>
                      <a:pt x="168" y="168"/>
                    </a:cubicBezTo>
                    <a:close/>
                    <a:moveTo>
                      <a:pt x="120" y="138"/>
                    </a:moveTo>
                    <a:cubicBezTo>
                      <a:pt x="120" y="138"/>
                      <a:pt x="121" y="138"/>
                      <a:pt x="122" y="138"/>
                    </a:cubicBezTo>
                    <a:cubicBezTo>
                      <a:pt x="155" y="151"/>
                      <a:pt x="155" y="151"/>
                      <a:pt x="155" y="151"/>
                    </a:cubicBezTo>
                    <a:cubicBezTo>
                      <a:pt x="144" y="129"/>
                      <a:pt x="144" y="129"/>
                      <a:pt x="144" y="129"/>
                    </a:cubicBezTo>
                    <a:cubicBezTo>
                      <a:pt x="143" y="126"/>
                      <a:pt x="144" y="123"/>
                      <a:pt x="146" y="121"/>
                    </a:cubicBezTo>
                    <a:cubicBezTo>
                      <a:pt x="160" y="110"/>
                      <a:pt x="168" y="95"/>
                      <a:pt x="168" y="78"/>
                    </a:cubicBezTo>
                    <a:cubicBezTo>
                      <a:pt x="168" y="42"/>
                      <a:pt x="132" y="12"/>
                      <a:pt x="90" y="12"/>
                    </a:cubicBezTo>
                    <a:cubicBezTo>
                      <a:pt x="47" y="12"/>
                      <a:pt x="12" y="42"/>
                      <a:pt x="12" y="78"/>
                    </a:cubicBezTo>
                    <a:cubicBezTo>
                      <a:pt x="12" y="99"/>
                      <a:pt x="23" y="120"/>
                      <a:pt x="43" y="133"/>
                    </a:cubicBezTo>
                    <a:cubicBezTo>
                      <a:pt x="65" y="147"/>
                      <a:pt x="93" y="149"/>
                      <a:pt x="117" y="139"/>
                    </a:cubicBezTo>
                    <a:cubicBezTo>
                      <a:pt x="118" y="138"/>
                      <a:pt x="119" y="138"/>
                      <a:pt x="120" y="1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73789F7-4D0C-437F-8A88-666153FCF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922235" y="3944865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26" name="Group 98" descr="Question Bubble">
              <a:extLst>
                <a:ext uri="{FF2B5EF4-FFF2-40B4-BE49-F238E27FC236}">
                  <a16:creationId xmlns:a16="http://schemas.microsoft.com/office/drawing/2014/main" id="{90C8AEFB-1E63-4D21-93A0-AAE7AC957E8C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23794" y="4324704"/>
              <a:ext cx="503382" cy="466750"/>
              <a:chOff x="348" y="3011"/>
              <a:chExt cx="426" cy="395"/>
            </a:xfrm>
            <a:solidFill>
              <a:schemeClr val="accent1"/>
            </a:solidFill>
          </p:grpSpPr>
          <p:sp>
            <p:nvSpPr>
              <p:cNvPr id="127" name="Freeform 99">
                <a:extLst>
                  <a:ext uri="{FF2B5EF4-FFF2-40B4-BE49-F238E27FC236}">
                    <a16:creationId xmlns:a16="http://schemas.microsoft.com/office/drawing/2014/main" id="{636D399A-E76B-4B6F-8082-78DEFBB6BE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8" y="3011"/>
                <a:ext cx="426" cy="395"/>
              </a:xfrm>
              <a:custGeom>
                <a:avLst/>
                <a:gdLst>
                  <a:gd name="T0" fmla="*/ 16 w 288"/>
                  <a:gd name="T1" fmla="*/ 267 h 267"/>
                  <a:gd name="T2" fmla="*/ 12 w 288"/>
                  <a:gd name="T3" fmla="*/ 265 h 267"/>
                  <a:gd name="T4" fmla="*/ 11 w 288"/>
                  <a:gd name="T5" fmla="*/ 258 h 267"/>
                  <a:gd name="T6" fmla="*/ 40 w 288"/>
                  <a:gd name="T7" fmla="*/ 201 h 267"/>
                  <a:gd name="T8" fmla="*/ 0 w 288"/>
                  <a:gd name="T9" fmla="*/ 119 h 267"/>
                  <a:gd name="T10" fmla="*/ 144 w 288"/>
                  <a:gd name="T11" fmla="*/ 0 h 267"/>
                  <a:gd name="T12" fmla="*/ 288 w 288"/>
                  <a:gd name="T13" fmla="*/ 119 h 267"/>
                  <a:gd name="T14" fmla="*/ 144 w 288"/>
                  <a:gd name="T15" fmla="*/ 237 h 267"/>
                  <a:gd name="T16" fmla="*/ 96 w 288"/>
                  <a:gd name="T17" fmla="*/ 231 h 267"/>
                  <a:gd name="T18" fmla="*/ 19 w 288"/>
                  <a:gd name="T19" fmla="*/ 267 h 267"/>
                  <a:gd name="T20" fmla="*/ 16 w 288"/>
                  <a:gd name="T21" fmla="*/ 267 h 267"/>
                  <a:gd name="T22" fmla="*/ 144 w 288"/>
                  <a:gd name="T23" fmla="*/ 12 h 267"/>
                  <a:gd name="T24" fmla="*/ 12 w 288"/>
                  <a:gd name="T25" fmla="*/ 119 h 267"/>
                  <a:gd name="T26" fmla="*/ 51 w 288"/>
                  <a:gd name="T27" fmla="*/ 194 h 267"/>
                  <a:gd name="T28" fmla="*/ 52 w 288"/>
                  <a:gd name="T29" fmla="*/ 202 h 267"/>
                  <a:gd name="T30" fmla="*/ 29 w 288"/>
                  <a:gd name="T31" fmla="*/ 248 h 267"/>
                  <a:gd name="T32" fmla="*/ 93 w 288"/>
                  <a:gd name="T33" fmla="*/ 219 h 267"/>
                  <a:gd name="T34" fmla="*/ 97 w 288"/>
                  <a:gd name="T35" fmla="*/ 218 h 267"/>
                  <a:gd name="T36" fmla="*/ 144 w 288"/>
                  <a:gd name="T37" fmla="*/ 225 h 267"/>
                  <a:gd name="T38" fmla="*/ 276 w 288"/>
                  <a:gd name="T39" fmla="*/ 119 h 267"/>
                  <a:gd name="T40" fmla="*/ 144 w 288"/>
                  <a:gd name="T41" fmla="*/ 12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88" h="267">
                    <a:moveTo>
                      <a:pt x="16" y="267"/>
                    </a:moveTo>
                    <a:cubicBezTo>
                      <a:pt x="14" y="267"/>
                      <a:pt x="13" y="267"/>
                      <a:pt x="12" y="265"/>
                    </a:cubicBezTo>
                    <a:cubicBezTo>
                      <a:pt x="10" y="263"/>
                      <a:pt x="9" y="261"/>
                      <a:pt x="11" y="258"/>
                    </a:cubicBezTo>
                    <a:cubicBezTo>
                      <a:pt x="40" y="201"/>
                      <a:pt x="40" y="201"/>
                      <a:pt x="40" y="201"/>
                    </a:cubicBezTo>
                    <a:cubicBezTo>
                      <a:pt x="14" y="179"/>
                      <a:pt x="0" y="150"/>
                      <a:pt x="0" y="119"/>
                    </a:cubicBezTo>
                    <a:cubicBezTo>
                      <a:pt x="0" y="53"/>
                      <a:pt x="64" y="0"/>
                      <a:pt x="144" y="0"/>
                    </a:cubicBezTo>
                    <a:cubicBezTo>
                      <a:pt x="223" y="0"/>
                      <a:pt x="288" y="53"/>
                      <a:pt x="288" y="119"/>
                    </a:cubicBezTo>
                    <a:cubicBezTo>
                      <a:pt x="288" y="184"/>
                      <a:pt x="223" y="237"/>
                      <a:pt x="144" y="237"/>
                    </a:cubicBezTo>
                    <a:cubicBezTo>
                      <a:pt x="127" y="237"/>
                      <a:pt x="111" y="235"/>
                      <a:pt x="96" y="231"/>
                    </a:cubicBezTo>
                    <a:cubicBezTo>
                      <a:pt x="19" y="267"/>
                      <a:pt x="19" y="267"/>
                      <a:pt x="19" y="267"/>
                    </a:cubicBezTo>
                    <a:cubicBezTo>
                      <a:pt x="18" y="267"/>
                      <a:pt x="17" y="267"/>
                      <a:pt x="16" y="267"/>
                    </a:cubicBezTo>
                    <a:close/>
                    <a:moveTo>
                      <a:pt x="144" y="12"/>
                    </a:moveTo>
                    <a:cubicBezTo>
                      <a:pt x="71" y="12"/>
                      <a:pt x="12" y="60"/>
                      <a:pt x="12" y="119"/>
                    </a:cubicBezTo>
                    <a:cubicBezTo>
                      <a:pt x="12" y="147"/>
                      <a:pt x="26" y="174"/>
                      <a:pt x="51" y="194"/>
                    </a:cubicBezTo>
                    <a:cubicBezTo>
                      <a:pt x="53" y="196"/>
                      <a:pt x="54" y="199"/>
                      <a:pt x="52" y="202"/>
                    </a:cubicBezTo>
                    <a:cubicBezTo>
                      <a:pt x="29" y="248"/>
                      <a:pt x="29" y="248"/>
                      <a:pt x="29" y="248"/>
                    </a:cubicBezTo>
                    <a:cubicBezTo>
                      <a:pt x="93" y="219"/>
                      <a:pt x="93" y="219"/>
                      <a:pt x="93" y="219"/>
                    </a:cubicBezTo>
                    <a:cubicBezTo>
                      <a:pt x="94" y="218"/>
                      <a:pt x="96" y="218"/>
                      <a:pt x="97" y="218"/>
                    </a:cubicBezTo>
                    <a:cubicBezTo>
                      <a:pt x="112" y="223"/>
                      <a:pt x="128" y="225"/>
                      <a:pt x="144" y="225"/>
                    </a:cubicBezTo>
                    <a:cubicBezTo>
                      <a:pt x="216" y="225"/>
                      <a:pt x="276" y="178"/>
                      <a:pt x="276" y="119"/>
                    </a:cubicBezTo>
                    <a:cubicBezTo>
                      <a:pt x="276" y="60"/>
                      <a:pt x="216" y="12"/>
                      <a:pt x="14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128" name="Freeform 100">
                <a:extLst>
                  <a:ext uri="{FF2B5EF4-FFF2-40B4-BE49-F238E27FC236}">
                    <a16:creationId xmlns:a16="http://schemas.microsoft.com/office/drawing/2014/main" id="{6A209008-F2DD-4A46-8664-954EAD02C2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3092"/>
                <a:ext cx="124" cy="145"/>
              </a:xfrm>
              <a:custGeom>
                <a:avLst/>
                <a:gdLst>
                  <a:gd name="T0" fmla="*/ 42 w 84"/>
                  <a:gd name="T1" fmla="*/ 98 h 98"/>
                  <a:gd name="T2" fmla="*/ 36 w 84"/>
                  <a:gd name="T3" fmla="*/ 92 h 98"/>
                  <a:gd name="T4" fmla="*/ 36 w 84"/>
                  <a:gd name="T5" fmla="*/ 77 h 98"/>
                  <a:gd name="T6" fmla="*/ 42 w 84"/>
                  <a:gd name="T7" fmla="*/ 71 h 98"/>
                  <a:gd name="T8" fmla="*/ 72 w 84"/>
                  <a:gd name="T9" fmla="*/ 42 h 98"/>
                  <a:gd name="T10" fmla="*/ 42 w 84"/>
                  <a:gd name="T11" fmla="*/ 12 h 98"/>
                  <a:gd name="T12" fmla="*/ 12 w 84"/>
                  <a:gd name="T13" fmla="*/ 43 h 98"/>
                  <a:gd name="T14" fmla="*/ 6 w 84"/>
                  <a:gd name="T15" fmla="*/ 49 h 98"/>
                  <a:gd name="T16" fmla="*/ 0 w 84"/>
                  <a:gd name="T17" fmla="*/ 43 h 98"/>
                  <a:gd name="T18" fmla="*/ 42 w 84"/>
                  <a:gd name="T19" fmla="*/ 0 h 98"/>
                  <a:gd name="T20" fmla="*/ 84 w 84"/>
                  <a:gd name="T21" fmla="*/ 42 h 98"/>
                  <a:gd name="T22" fmla="*/ 48 w 84"/>
                  <a:gd name="T23" fmla="*/ 83 h 98"/>
                  <a:gd name="T24" fmla="*/ 48 w 84"/>
                  <a:gd name="T25" fmla="*/ 92 h 98"/>
                  <a:gd name="T26" fmla="*/ 42 w 84"/>
                  <a:gd name="T2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98">
                    <a:moveTo>
                      <a:pt x="42" y="98"/>
                    </a:moveTo>
                    <a:cubicBezTo>
                      <a:pt x="38" y="98"/>
                      <a:pt x="36" y="95"/>
                      <a:pt x="36" y="92"/>
                    </a:cubicBezTo>
                    <a:cubicBezTo>
                      <a:pt x="36" y="77"/>
                      <a:pt x="36" y="77"/>
                      <a:pt x="36" y="77"/>
                    </a:cubicBezTo>
                    <a:cubicBezTo>
                      <a:pt x="36" y="74"/>
                      <a:pt x="38" y="71"/>
                      <a:pt x="42" y="71"/>
                    </a:cubicBezTo>
                    <a:cubicBezTo>
                      <a:pt x="58" y="71"/>
                      <a:pt x="72" y="58"/>
                      <a:pt x="72" y="42"/>
                    </a:cubicBezTo>
                    <a:cubicBezTo>
                      <a:pt x="72" y="25"/>
                      <a:pt x="58" y="12"/>
                      <a:pt x="42" y="12"/>
                    </a:cubicBezTo>
                    <a:cubicBezTo>
                      <a:pt x="25" y="12"/>
                      <a:pt x="12" y="26"/>
                      <a:pt x="12" y="43"/>
                    </a:cubicBezTo>
                    <a:cubicBezTo>
                      <a:pt x="12" y="46"/>
                      <a:pt x="9" y="49"/>
                      <a:pt x="6" y="49"/>
                    </a:cubicBezTo>
                    <a:cubicBezTo>
                      <a:pt x="2" y="49"/>
                      <a:pt x="0" y="46"/>
                      <a:pt x="0" y="43"/>
                    </a:cubicBezTo>
                    <a:cubicBezTo>
                      <a:pt x="0" y="19"/>
                      <a:pt x="18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2"/>
                      <a:pt x="68" y="80"/>
                      <a:pt x="48" y="83"/>
                    </a:cubicBezTo>
                    <a:cubicBezTo>
                      <a:pt x="48" y="92"/>
                      <a:pt x="48" y="92"/>
                      <a:pt x="48" y="92"/>
                    </a:cubicBezTo>
                    <a:cubicBezTo>
                      <a:pt x="48" y="95"/>
                      <a:pt x="45" y="98"/>
                      <a:pt x="42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129" name="Oval 101">
                <a:extLst>
                  <a:ext uri="{FF2B5EF4-FFF2-40B4-BE49-F238E27FC236}">
                    <a16:creationId xmlns:a16="http://schemas.microsoft.com/office/drawing/2014/main" id="{066B1A87-3F99-4483-8842-E29D58770B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" y="3250"/>
                <a:ext cx="36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DBAB054-DEEA-4255-A86B-FEE48B551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92852" y="3944865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11" name="Group 147" descr="Questions">
              <a:extLst>
                <a:ext uri="{FF2B5EF4-FFF2-40B4-BE49-F238E27FC236}">
                  <a16:creationId xmlns:a16="http://schemas.microsoft.com/office/drawing/2014/main" id="{E76AE1E7-E091-47EB-B74C-861F45514747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602982" y="4317934"/>
              <a:ext cx="492991" cy="480291"/>
              <a:chOff x="4660" y="3155"/>
              <a:chExt cx="427" cy="416"/>
            </a:xfrm>
            <a:solidFill>
              <a:schemeClr val="accent1"/>
            </a:solidFill>
          </p:grpSpPr>
          <p:sp>
            <p:nvSpPr>
              <p:cNvPr id="112" name="Freeform 148">
                <a:extLst>
                  <a:ext uri="{FF2B5EF4-FFF2-40B4-BE49-F238E27FC236}">
                    <a16:creationId xmlns:a16="http://schemas.microsoft.com/office/drawing/2014/main" id="{4C8714C4-EBF2-42E4-ACD1-C66C46400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2" y="3213"/>
                <a:ext cx="75" cy="72"/>
              </a:xfrm>
              <a:custGeom>
                <a:avLst/>
                <a:gdLst>
                  <a:gd name="T0" fmla="*/ 7 w 51"/>
                  <a:gd name="T1" fmla="*/ 50 h 50"/>
                  <a:gd name="T2" fmla="*/ 3 w 51"/>
                  <a:gd name="T3" fmla="*/ 48 h 50"/>
                  <a:gd name="T4" fmla="*/ 3 w 51"/>
                  <a:gd name="T5" fmla="*/ 40 h 50"/>
                  <a:gd name="T6" fmla="*/ 40 w 51"/>
                  <a:gd name="T7" fmla="*/ 3 h 50"/>
                  <a:gd name="T8" fmla="*/ 49 w 51"/>
                  <a:gd name="T9" fmla="*/ 3 h 50"/>
                  <a:gd name="T10" fmla="*/ 49 w 51"/>
                  <a:gd name="T11" fmla="*/ 11 h 50"/>
                  <a:gd name="T12" fmla="*/ 11 w 51"/>
                  <a:gd name="T13" fmla="*/ 48 h 50"/>
                  <a:gd name="T14" fmla="*/ 7 w 51"/>
                  <a:gd name="T15" fmla="*/ 5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50">
                    <a:moveTo>
                      <a:pt x="7" y="50"/>
                    </a:moveTo>
                    <a:cubicBezTo>
                      <a:pt x="6" y="50"/>
                      <a:pt x="4" y="49"/>
                      <a:pt x="3" y="48"/>
                    </a:cubicBezTo>
                    <a:cubicBezTo>
                      <a:pt x="0" y="46"/>
                      <a:pt x="0" y="42"/>
                      <a:pt x="3" y="40"/>
                    </a:cubicBezTo>
                    <a:cubicBezTo>
                      <a:pt x="40" y="3"/>
                      <a:pt x="40" y="3"/>
                      <a:pt x="40" y="3"/>
                    </a:cubicBezTo>
                    <a:cubicBezTo>
                      <a:pt x="42" y="0"/>
                      <a:pt x="46" y="0"/>
                      <a:pt x="49" y="3"/>
                    </a:cubicBezTo>
                    <a:cubicBezTo>
                      <a:pt x="51" y="5"/>
                      <a:pt x="51" y="9"/>
                      <a:pt x="49" y="11"/>
                    </a:cubicBezTo>
                    <a:cubicBezTo>
                      <a:pt x="11" y="48"/>
                      <a:pt x="11" y="48"/>
                      <a:pt x="11" y="48"/>
                    </a:cubicBezTo>
                    <a:cubicBezTo>
                      <a:pt x="10" y="49"/>
                      <a:pt x="9" y="50"/>
                      <a:pt x="7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13" name="Freeform 149">
                <a:extLst>
                  <a:ext uri="{FF2B5EF4-FFF2-40B4-BE49-F238E27FC236}">
                    <a16:creationId xmlns:a16="http://schemas.microsoft.com/office/drawing/2014/main" id="{BD8B9800-B481-4D6B-80E7-C21F62FE49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98" y="3155"/>
                <a:ext cx="89" cy="87"/>
              </a:xfrm>
              <a:custGeom>
                <a:avLst/>
                <a:gdLst>
                  <a:gd name="T0" fmla="*/ 30 w 60"/>
                  <a:gd name="T1" fmla="*/ 60 h 60"/>
                  <a:gd name="T2" fmla="*/ 0 w 60"/>
                  <a:gd name="T3" fmla="*/ 30 h 60"/>
                  <a:gd name="T4" fmla="*/ 30 w 60"/>
                  <a:gd name="T5" fmla="*/ 0 h 60"/>
                  <a:gd name="T6" fmla="*/ 60 w 60"/>
                  <a:gd name="T7" fmla="*/ 30 h 60"/>
                  <a:gd name="T8" fmla="*/ 30 w 60"/>
                  <a:gd name="T9" fmla="*/ 60 h 60"/>
                  <a:gd name="T10" fmla="*/ 30 w 60"/>
                  <a:gd name="T11" fmla="*/ 12 h 60"/>
                  <a:gd name="T12" fmla="*/ 12 w 60"/>
                  <a:gd name="T13" fmla="*/ 30 h 60"/>
                  <a:gd name="T14" fmla="*/ 30 w 60"/>
                  <a:gd name="T15" fmla="*/ 48 h 60"/>
                  <a:gd name="T16" fmla="*/ 48 w 60"/>
                  <a:gd name="T17" fmla="*/ 30 h 60"/>
                  <a:gd name="T18" fmla="*/ 30 w 60"/>
                  <a:gd name="T19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14" y="60"/>
                      <a:pt x="0" y="46"/>
                      <a:pt x="0" y="30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47" y="0"/>
                      <a:pt x="60" y="13"/>
                      <a:pt x="60" y="30"/>
                    </a:cubicBezTo>
                    <a:cubicBezTo>
                      <a:pt x="60" y="46"/>
                      <a:pt x="47" y="60"/>
                      <a:pt x="30" y="60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40"/>
                      <a:pt x="20" y="48"/>
                      <a:pt x="30" y="48"/>
                    </a:cubicBezTo>
                    <a:cubicBezTo>
                      <a:pt x="40" y="48"/>
                      <a:pt x="48" y="40"/>
                      <a:pt x="48" y="30"/>
                    </a:cubicBezTo>
                    <a:cubicBezTo>
                      <a:pt x="48" y="20"/>
                      <a:pt x="40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14" name="Freeform 150">
                <a:extLst>
                  <a:ext uri="{FF2B5EF4-FFF2-40B4-BE49-F238E27FC236}">
                    <a16:creationId xmlns:a16="http://schemas.microsoft.com/office/drawing/2014/main" id="{2A70637B-4F3D-4982-81F9-A80F772ED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0" y="3457"/>
                <a:ext cx="57" cy="55"/>
              </a:xfrm>
              <a:custGeom>
                <a:avLst/>
                <a:gdLst>
                  <a:gd name="T0" fmla="*/ 32 w 39"/>
                  <a:gd name="T1" fmla="*/ 38 h 38"/>
                  <a:gd name="T2" fmla="*/ 28 w 39"/>
                  <a:gd name="T3" fmla="*/ 36 h 38"/>
                  <a:gd name="T4" fmla="*/ 2 w 39"/>
                  <a:gd name="T5" fmla="*/ 11 h 38"/>
                  <a:gd name="T6" fmla="*/ 2 w 39"/>
                  <a:gd name="T7" fmla="*/ 2 h 38"/>
                  <a:gd name="T8" fmla="*/ 11 w 39"/>
                  <a:gd name="T9" fmla="*/ 2 h 38"/>
                  <a:gd name="T10" fmla="*/ 36 w 39"/>
                  <a:gd name="T11" fmla="*/ 28 h 38"/>
                  <a:gd name="T12" fmla="*/ 36 w 39"/>
                  <a:gd name="T13" fmla="*/ 36 h 38"/>
                  <a:gd name="T14" fmla="*/ 32 w 39"/>
                  <a:gd name="T15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" h="38">
                    <a:moveTo>
                      <a:pt x="32" y="38"/>
                    </a:moveTo>
                    <a:cubicBezTo>
                      <a:pt x="30" y="38"/>
                      <a:pt x="29" y="37"/>
                      <a:pt x="28" y="36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8"/>
                      <a:pt x="0" y="4"/>
                      <a:pt x="2" y="2"/>
                    </a:cubicBezTo>
                    <a:cubicBezTo>
                      <a:pt x="5" y="0"/>
                      <a:pt x="8" y="0"/>
                      <a:pt x="11" y="2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9" y="30"/>
                      <a:pt x="39" y="34"/>
                      <a:pt x="36" y="36"/>
                    </a:cubicBezTo>
                    <a:cubicBezTo>
                      <a:pt x="35" y="37"/>
                      <a:pt x="33" y="38"/>
                      <a:pt x="32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15" name="Freeform 151">
                <a:extLst>
                  <a:ext uri="{FF2B5EF4-FFF2-40B4-BE49-F238E27FC236}">
                    <a16:creationId xmlns:a16="http://schemas.microsoft.com/office/drawing/2014/main" id="{69461D7D-67C4-4308-83CA-7DF0F95B6D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98" y="3485"/>
                <a:ext cx="89" cy="86"/>
              </a:xfrm>
              <a:custGeom>
                <a:avLst/>
                <a:gdLst>
                  <a:gd name="T0" fmla="*/ 30 w 60"/>
                  <a:gd name="T1" fmla="*/ 60 h 60"/>
                  <a:gd name="T2" fmla="*/ 0 w 60"/>
                  <a:gd name="T3" fmla="*/ 30 h 60"/>
                  <a:gd name="T4" fmla="*/ 30 w 60"/>
                  <a:gd name="T5" fmla="*/ 0 h 60"/>
                  <a:gd name="T6" fmla="*/ 60 w 60"/>
                  <a:gd name="T7" fmla="*/ 30 h 60"/>
                  <a:gd name="T8" fmla="*/ 30 w 60"/>
                  <a:gd name="T9" fmla="*/ 60 h 60"/>
                  <a:gd name="T10" fmla="*/ 30 w 60"/>
                  <a:gd name="T11" fmla="*/ 12 h 60"/>
                  <a:gd name="T12" fmla="*/ 12 w 60"/>
                  <a:gd name="T13" fmla="*/ 30 h 60"/>
                  <a:gd name="T14" fmla="*/ 30 w 60"/>
                  <a:gd name="T15" fmla="*/ 48 h 60"/>
                  <a:gd name="T16" fmla="*/ 48 w 60"/>
                  <a:gd name="T17" fmla="*/ 30 h 60"/>
                  <a:gd name="T18" fmla="*/ 30 w 60"/>
                  <a:gd name="T19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14" y="60"/>
                      <a:pt x="0" y="46"/>
                      <a:pt x="0" y="30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47" y="0"/>
                      <a:pt x="60" y="13"/>
                      <a:pt x="60" y="30"/>
                    </a:cubicBezTo>
                    <a:cubicBezTo>
                      <a:pt x="60" y="46"/>
                      <a:pt x="47" y="60"/>
                      <a:pt x="30" y="60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40"/>
                      <a:pt x="20" y="48"/>
                      <a:pt x="30" y="48"/>
                    </a:cubicBezTo>
                    <a:cubicBezTo>
                      <a:pt x="40" y="48"/>
                      <a:pt x="48" y="40"/>
                      <a:pt x="48" y="30"/>
                    </a:cubicBezTo>
                    <a:cubicBezTo>
                      <a:pt x="48" y="20"/>
                      <a:pt x="40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16" name="Freeform 152">
                <a:extLst>
                  <a:ext uri="{FF2B5EF4-FFF2-40B4-BE49-F238E27FC236}">
                    <a16:creationId xmlns:a16="http://schemas.microsoft.com/office/drawing/2014/main" id="{26F8CD2F-3D9B-476F-8334-8ABC0CA4CB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0" y="3213"/>
                <a:ext cx="75" cy="72"/>
              </a:xfrm>
              <a:custGeom>
                <a:avLst/>
                <a:gdLst>
                  <a:gd name="T0" fmla="*/ 44 w 51"/>
                  <a:gd name="T1" fmla="*/ 50 h 50"/>
                  <a:gd name="T2" fmla="*/ 40 w 51"/>
                  <a:gd name="T3" fmla="*/ 48 h 50"/>
                  <a:gd name="T4" fmla="*/ 3 w 51"/>
                  <a:gd name="T5" fmla="*/ 11 h 50"/>
                  <a:gd name="T6" fmla="*/ 2 w 51"/>
                  <a:gd name="T7" fmla="*/ 3 h 50"/>
                  <a:gd name="T8" fmla="*/ 11 w 51"/>
                  <a:gd name="T9" fmla="*/ 3 h 50"/>
                  <a:gd name="T10" fmla="*/ 48 w 51"/>
                  <a:gd name="T11" fmla="*/ 40 h 50"/>
                  <a:gd name="T12" fmla="*/ 48 w 51"/>
                  <a:gd name="T13" fmla="*/ 48 h 50"/>
                  <a:gd name="T14" fmla="*/ 44 w 51"/>
                  <a:gd name="T15" fmla="*/ 5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50">
                    <a:moveTo>
                      <a:pt x="44" y="50"/>
                    </a:moveTo>
                    <a:cubicBezTo>
                      <a:pt x="43" y="50"/>
                      <a:pt x="41" y="49"/>
                      <a:pt x="40" y="48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0" y="9"/>
                      <a:pt x="0" y="5"/>
                      <a:pt x="2" y="3"/>
                    </a:cubicBezTo>
                    <a:cubicBezTo>
                      <a:pt x="5" y="0"/>
                      <a:pt x="9" y="0"/>
                      <a:pt x="11" y="3"/>
                    </a:cubicBezTo>
                    <a:cubicBezTo>
                      <a:pt x="48" y="40"/>
                      <a:pt x="48" y="40"/>
                      <a:pt x="48" y="40"/>
                    </a:cubicBezTo>
                    <a:cubicBezTo>
                      <a:pt x="51" y="42"/>
                      <a:pt x="51" y="46"/>
                      <a:pt x="48" y="48"/>
                    </a:cubicBezTo>
                    <a:cubicBezTo>
                      <a:pt x="47" y="49"/>
                      <a:pt x="46" y="50"/>
                      <a:pt x="44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17" name="Freeform 153">
                <a:extLst>
                  <a:ext uri="{FF2B5EF4-FFF2-40B4-BE49-F238E27FC236}">
                    <a16:creationId xmlns:a16="http://schemas.microsoft.com/office/drawing/2014/main" id="{411D489C-F08F-4BD4-A916-0CF42F7C8F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60" y="3155"/>
                <a:ext cx="89" cy="87"/>
              </a:xfrm>
              <a:custGeom>
                <a:avLst/>
                <a:gdLst>
                  <a:gd name="T0" fmla="*/ 30 w 60"/>
                  <a:gd name="T1" fmla="*/ 60 h 60"/>
                  <a:gd name="T2" fmla="*/ 0 w 60"/>
                  <a:gd name="T3" fmla="*/ 30 h 60"/>
                  <a:gd name="T4" fmla="*/ 30 w 60"/>
                  <a:gd name="T5" fmla="*/ 0 h 60"/>
                  <a:gd name="T6" fmla="*/ 60 w 60"/>
                  <a:gd name="T7" fmla="*/ 30 h 60"/>
                  <a:gd name="T8" fmla="*/ 30 w 60"/>
                  <a:gd name="T9" fmla="*/ 60 h 60"/>
                  <a:gd name="T10" fmla="*/ 30 w 60"/>
                  <a:gd name="T11" fmla="*/ 12 h 60"/>
                  <a:gd name="T12" fmla="*/ 12 w 60"/>
                  <a:gd name="T13" fmla="*/ 30 h 60"/>
                  <a:gd name="T14" fmla="*/ 30 w 60"/>
                  <a:gd name="T15" fmla="*/ 48 h 60"/>
                  <a:gd name="T16" fmla="*/ 48 w 60"/>
                  <a:gd name="T17" fmla="*/ 30 h 60"/>
                  <a:gd name="T18" fmla="*/ 30 w 60"/>
                  <a:gd name="T19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14" y="60"/>
                      <a:pt x="0" y="46"/>
                      <a:pt x="0" y="30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47" y="0"/>
                      <a:pt x="60" y="13"/>
                      <a:pt x="60" y="30"/>
                    </a:cubicBezTo>
                    <a:cubicBezTo>
                      <a:pt x="60" y="46"/>
                      <a:pt x="47" y="60"/>
                      <a:pt x="30" y="60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40"/>
                      <a:pt x="20" y="48"/>
                      <a:pt x="30" y="48"/>
                    </a:cubicBezTo>
                    <a:cubicBezTo>
                      <a:pt x="40" y="48"/>
                      <a:pt x="48" y="40"/>
                      <a:pt x="48" y="30"/>
                    </a:cubicBezTo>
                    <a:cubicBezTo>
                      <a:pt x="48" y="20"/>
                      <a:pt x="40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18" name="Freeform 154">
                <a:extLst>
                  <a:ext uri="{FF2B5EF4-FFF2-40B4-BE49-F238E27FC236}">
                    <a16:creationId xmlns:a16="http://schemas.microsoft.com/office/drawing/2014/main" id="{129DD1D4-06CC-4E19-90DF-33C4F82F00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1" y="3457"/>
                <a:ext cx="56" cy="55"/>
              </a:xfrm>
              <a:custGeom>
                <a:avLst/>
                <a:gdLst>
                  <a:gd name="T0" fmla="*/ 6 w 38"/>
                  <a:gd name="T1" fmla="*/ 38 h 38"/>
                  <a:gd name="T2" fmla="*/ 2 w 38"/>
                  <a:gd name="T3" fmla="*/ 36 h 38"/>
                  <a:gd name="T4" fmla="*/ 2 w 38"/>
                  <a:gd name="T5" fmla="*/ 28 h 38"/>
                  <a:gd name="T6" fmla="*/ 27 w 38"/>
                  <a:gd name="T7" fmla="*/ 2 h 38"/>
                  <a:gd name="T8" fmla="*/ 36 w 38"/>
                  <a:gd name="T9" fmla="*/ 2 h 38"/>
                  <a:gd name="T10" fmla="*/ 36 w 38"/>
                  <a:gd name="T11" fmla="*/ 11 h 38"/>
                  <a:gd name="T12" fmla="*/ 10 w 38"/>
                  <a:gd name="T13" fmla="*/ 36 h 38"/>
                  <a:gd name="T14" fmla="*/ 6 w 38"/>
                  <a:gd name="T15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8" h="38">
                    <a:moveTo>
                      <a:pt x="6" y="38"/>
                    </a:moveTo>
                    <a:cubicBezTo>
                      <a:pt x="5" y="38"/>
                      <a:pt x="3" y="37"/>
                      <a:pt x="2" y="36"/>
                    </a:cubicBezTo>
                    <a:cubicBezTo>
                      <a:pt x="0" y="34"/>
                      <a:pt x="0" y="30"/>
                      <a:pt x="2" y="28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30" y="0"/>
                      <a:pt x="33" y="0"/>
                      <a:pt x="36" y="2"/>
                    </a:cubicBezTo>
                    <a:cubicBezTo>
                      <a:pt x="38" y="4"/>
                      <a:pt x="38" y="8"/>
                      <a:pt x="36" y="11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9" y="37"/>
                      <a:pt x="8" y="38"/>
                      <a:pt x="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19" name="Freeform 155">
                <a:extLst>
                  <a:ext uri="{FF2B5EF4-FFF2-40B4-BE49-F238E27FC236}">
                    <a16:creationId xmlns:a16="http://schemas.microsoft.com/office/drawing/2014/main" id="{B52710CE-BAB2-4D5D-BCFA-F667EB64C8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60" y="3485"/>
                <a:ext cx="89" cy="86"/>
              </a:xfrm>
              <a:custGeom>
                <a:avLst/>
                <a:gdLst>
                  <a:gd name="T0" fmla="*/ 30 w 60"/>
                  <a:gd name="T1" fmla="*/ 60 h 60"/>
                  <a:gd name="T2" fmla="*/ 0 w 60"/>
                  <a:gd name="T3" fmla="*/ 30 h 60"/>
                  <a:gd name="T4" fmla="*/ 30 w 60"/>
                  <a:gd name="T5" fmla="*/ 0 h 60"/>
                  <a:gd name="T6" fmla="*/ 60 w 60"/>
                  <a:gd name="T7" fmla="*/ 30 h 60"/>
                  <a:gd name="T8" fmla="*/ 30 w 60"/>
                  <a:gd name="T9" fmla="*/ 60 h 60"/>
                  <a:gd name="T10" fmla="*/ 30 w 60"/>
                  <a:gd name="T11" fmla="*/ 12 h 60"/>
                  <a:gd name="T12" fmla="*/ 12 w 60"/>
                  <a:gd name="T13" fmla="*/ 30 h 60"/>
                  <a:gd name="T14" fmla="*/ 30 w 60"/>
                  <a:gd name="T15" fmla="*/ 48 h 60"/>
                  <a:gd name="T16" fmla="*/ 48 w 60"/>
                  <a:gd name="T17" fmla="*/ 30 h 60"/>
                  <a:gd name="T18" fmla="*/ 30 w 60"/>
                  <a:gd name="T19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13" y="60"/>
                      <a:pt x="0" y="46"/>
                      <a:pt x="0" y="30"/>
                    </a:cubicBezTo>
                    <a:cubicBezTo>
                      <a:pt x="0" y="13"/>
                      <a:pt x="13" y="0"/>
                      <a:pt x="30" y="0"/>
                    </a:cubicBezTo>
                    <a:cubicBezTo>
                      <a:pt x="46" y="0"/>
                      <a:pt x="60" y="13"/>
                      <a:pt x="60" y="30"/>
                    </a:cubicBezTo>
                    <a:cubicBezTo>
                      <a:pt x="60" y="46"/>
                      <a:pt x="46" y="60"/>
                      <a:pt x="30" y="60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40"/>
                      <a:pt x="20" y="48"/>
                      <a:pt x="30" y="48"/>
                    </a:cubicBezTo>
                    <a:cubicBezTo>
                      <a:pt x="40" y="48"/>
                      <a:pt x="48" y="40"/>
                      <a:pt x="48" y="30"/>
                    </a:cubicBezTo>
                    <a:cubicBezTo>
                      <a:pt x="48" y="20"/>
                      <a:pt x="40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20" name="Freeform 156">
                <a:extLst>
                  <a:ext uri="{FF2B5EF4-FFF2-40B4-BE49-F238E27FC236}">
                    <a16:creationId xmlns:a16="http://schemas.microsoft.com/office/drawing/2014/main" id="{256B7C23-6638-4801-AED0-3416F172B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4" y="3346"/>
                <a:ext cx="72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2"/>
                      <a:pt x="48" y="6"/>
                    </a:cubicBezTo>
                    <a:cubicBezTo>
                      <a:pt x="48" y="9"/>
                      <a:pt x="45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21" name="Freeform 157">
                <a:extLst>
                  <a:ext uri="{FF2B5EF4-FFF2-40B4-BE49-F238E27FC236}">
                    <a16:creationId xmlns:a16="http://schemas.microsoft.com/office/drawing/2014/main" id="{5F465854-6757-4900-814B-8B93299A745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98" y="3311"/>
                <a:ext cx="89" cy="87"/>
              </a:xfrm>
              <a:custGeom>
                <a:avLst/>
                <a:gdLst>
                  <a:gd name="T0" fmla="*/ 30 w 60"/>
                  <a:gd name="T1" fmla="*/ 60 h 60"/>
                  <a:gd name="T2" fmla="*/ 0 w 60"/>
                  <a:gd name="T3" fmla="*/ 30 h 60"/>
                  <a:gd name="T4" fmla="*/ 30 w 60"/>
                  <a:gd name="T5" fmla="*/ 0 h 60"/>
                  <a:gd name="T6" fmla="*/ 60 w 60"/>
                  <a:gd name="T7" fmla="*/ 30 h 60"/>
                  <a:gd name="T8" fmla="*/ 30 w 60"/>
                  <a:gd name="T9" fmla="*/ 60 h 60"/>
                  <a:gd name="T10" fmla="*/ 30 w 60"/>
                  <a:gd name="T11" fmla="*/ 12 h 60"/>
                  <a:gd name="T12" fmla="*/ 12 w 60"/>
                  <a:gd name="T13" fmla="*/ 30 h 60"/>
                  <a:gd name="T14" fmla="*/ 30 w 60"/>
                  <a:gd name="T15" fmla="*/ 48 h 60"/>
                  <a:gd name="T16" fmla="*/ 48 w 60"/>
                  <a:gd name="T17" fmla="*/ 30 h 60"/>
                  <a:gd name="T18" fmla="*/ 30 w 60"/>
                  <a:gd name="T19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14" y="60"/>
                      <a:pt x="0" y="46"/>
                      <a:pt x="0" y="30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47" y="0"/>
                      <a:pt x="60" y="13"/>
                      <a:pt x="60" y="30"/>
                    </a:cubicBezTo>
                    <a:cubicBezTo>
                      <a:pt x="60" y="46"/>
                      <a:pt x="47" y="60"/>
                      <a:pt x="30" y="60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40"/>
                      <a:pt x="20" y="48"/>
                      <a:pt x="30" y="48"/>
                    </a:cubicBezTo>
                    <a:cubicBezTo>
                      <a:pt x="40" y="48"/>
                      <a:pt x="48" y="40"/>
                      <a:pt x="48" y="30"/>
                    </a:cubicBezTo>
                    <a:cubicBezTo>
                      <a:pt x="48" y="20"/>
                      <a:pt x="40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22" name="Freeform 158">
                <a:extLst>
                  <a:ext uri="{FF2B5EF4-FFF2-40B4-BE49-F238E27FC236}">
                    <a16:creationId xmlns:a16="http://schemas.microsoft.com/office/drawing/2014/main" id="{76B6FE1A-6F25-4519-965F-6DF616B7C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1" y="3346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2"/>
                      <a:pt x="48" y="6"/>
                    </a:cubicBezTo>
                    <a:cubicBezTo>
                      <a:pt x="48" y="9"/>
                      <a:pt x="45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23" name="Freeform 159">
                <a:extLst>
                  <a:ext uri="{FF2B5EF4-FFF2-40B4-BE49-F238E27FC236}">
                    <a16:creationId xmlns:a16="http://schemas.microsoft.com/office/drawing/2014/main" id="{71484D86-2302-44CE-AA17-5A7815212B2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60" y="3311"/>
                <a:ext cx="89" cy="87"/>
              </a:xfrm>
              <a:custGeom>
                <a:avLst/>
                <a:gdLst>
                  <a:gd name="T0" fmla="*/ 30 w 60"/>
                  <a:gd name="T1" fmla="*/ 60 h 60"/>
                  <a:gd name="T2" fmla="*/ 0 w 60"/>
                  <a:gd name="T3" fmla="*/ 30 h 60"/>
                  <a:gd name="T4" fmla="*/ 30 w 60"/>
                  <a:gd name="T5" fmla="*/ 0 h 60"/>
                  <a:gd name="T6" fmla="*/ 60 w 60"/>
                  <a:gd name="T7" fmla="*/ 30 h 60"/>
                  <a:gd name="T8" fmla="*/ 30 w 60"/>
                  <a:gd name="T9" fmla="*/ 60 h 60"/>
                  <a:gd name="T10" fmla="*/ 30 w 60"/>
                  <a:gd name="T11" fmla="*/ 12 h 60"/>
                  <a:gd name="T12" fmla="*/ 12 w 60"/>
                  <a:gd name="T13" fmla="*/ 30 h 60"/>
                  <a:gd name="T14" fmla="*/ 30 w 60"/>
                  <a:gd name="T15" fmla="*/ 48 h 60"/>
                  <a:gd name="T16" fmla="*/ 48 w 60"/>
                  <a:gd name="T17" fmla="*/ 30 h 60"/>
                  <a:gd name="T18" fmla="*/ 30 w 60"/>
                  <a:gd name="T19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14" y="60"/>
                      <a:pt x="0" y="46"/>
                      <a:pt x="0" y="30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47" y="0"/>
                      <a:pt x="60" y="13"/>
                      <a:pt x="60" y="30"/>
                    </a:cubicBezTo>
                    <a:cubicBezTo>
                      <a:pt x="60" y="46"/>
                      <a:pt x="47" y="60"/>
                      <a:pt x="30" y="60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40"/>
                      <a:pt x="20" y="48"/>
                      <a:pt x="30" y="48"/>
                    </a:cubicBezTo>
                    <a:cubicBezTo>
                      <a:pt x="40" y="48"/>
                      <a:pt x="48" y="40"/>
                      <a:pt x="48" y="30"/>
                    </a:cubicBezTo>
                    <a:cubicBezTo>
                      <a:pt x="48" y="20"/>
                      <a:pt x="40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24" name="Oval 160">
                <a:extLst>
                  <a:ext uri="{FF2B5EF4-FFF2-40B4-BE49-F238E27FC236}">
                    <a16:creationId xmlns:a16="http://schemas.microsoft.com/office/drawing/2014/main" id="{C6549908-25A1-46AA-868C-6D7FA1301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0" y="3434"/>
                <a:ext cx="29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25" name="Freeform 161">
                <a:extLst>
                  <a:ext uri="{FF2B5EF4-FFF2-40B4-BE49-F238E27FC236}">
                    <a16:creationId xmlns:a16="http://schemas.microsoft.com/office/drawing/2014/main" id="{3D9A21C2-6131-49BE-97D4-2E51D103A7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1" y="3275"/>
                <a:ext cx="107" cy="146"/>
              </a:xfrm>
              <a:custGeom>
                <a:avLst/>
                <a:gdLst>
                  <a:gd name="T0" fmla="*/ 36 w 72"/>
                  <a:gd name="T1" fmla="*/ 101 h 101"/>
                  <a:gd name="T2" fmla="*/ 30 w 72"/>
                  <a:gd name="T3" fmla="*/ 95 h 101"/>
                  <a:gd name="T4" fmla="*/ 30 w 72"/>
                  <a:gd name="T5" fmla="*/ 65 h 101"/>
                  <a:gd name="T6" fmla="*/ 36 w 72"/>
                  <a:gd name="T7" fmla="*/ 59 h 101"/>
                  <a:gd name="T8" fmla="*/ 60 w 72"/>
                  <a:gd name="T9" fmla="*/ 36 h 101"/>
                  <a:gd name="T10" fmla="*/ 36 w 72"/>
                  <a:gd name="T11" fmla="*/ 12 h 101"/>
                  <a:gd name="T12" fmla="*/ 12 w 72"/>
                  <a:gd name="T13" fmla="*/ 36 h 101"/>
                  <a:gd name="T14" fmla="*/ 6 w 72"/>
                  <a:gd name="T15" fmla="*/ 42 h 101"/>
                  <a:gd name="T16" fmla="*/ 0 w 72"/>
                  <a:gd name="T17" fmla="*/ 36 h 101"/>
                  <a:gd name="T18" fmla="*/ 36 w 72"/>
                  <a:gd name="T19" fmla="*/ 0 h 101"/>
                  <a:gd name="T20" fmla="*/ 72 w 72"/>
                  <a:gd name="T21" fmla="*/ 36 h 101"/>
                  <a:gd name="T22" fmla="*/ 42 w 72"/>
                  <a:gd name="T23" fmla="*/ 71 h 101"/>
                  <a:gd name="T24" fmla="*/ 42 w 72"/>
                  <a:gd name="T25" fmla="*/ 95 h 101"/>
                  <a:gd name="T26" fmla="*/ 36 w 72"/>
                  <a:gd name="T27" fmla="*/ 10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101">
                    <a:moveTo>
                      <a:pt x="36" y="101"/>
                    </a:moveTo>
                    <a:cubicBezTo>
                      <a:pt x="33" y="101"/>
                      <a:pt x="30" y="99"/>
                      <a:pt x="30" y="95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30" y="62"/>
                      <a:pt x="33" y="59"/>
                      <a:pt x="36" y="59"/>
                    </a:cubicBezTo>
                    <a:cubicBezTo>
                      <a:pt x="49" y="59"/>
                      <a:pt x="60" y="49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ubicBezTo>
                      <a:pt x="23" y="12"/>
                      <a:pt x="12" y="23"/>
                      <a:pt x="12" y="36"/>
                    </a:cubicBezTo>
                    <a:cubicBezTo>
                      <a:pt x="12" y="39"/>
                      <a:pt x="10" y="42"/>
                      <a:pt x="6" y="42"/>
                    </a:cubicBezTo>
                    <a:cubicBezTo>
                      <a:pt x="3" y="42"/>
                      <a:pt x="0" y="39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3"/>
                      <a:pt x="59" y="68"/>
                      <a:pt x="42" y="71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2" y="99"/>
                      <a:pt x="39" y="101"/>
                      <a:pt x="36" y="1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8BA38C9-E894-4494-B2D9-ECF7B3F02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463471" y="3944865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70" name="Group 83" descr="Node Branch">
              <a:extLst>
                <a:ext uri="{FF2B5EF4-FFF2-40B4-BE49-F238E27FC236}">
                  <a16:creationId xmlns:a16="http://schemas.microsoft.com/office/drawing/2014/main" id="{092C1DD4-C3B3-42F4-A52E-E7302408816B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862737" y="4307059"/>
              <a:ext cx="513716" cy="502040"/>
              <a:chOff x="2584" y="1926"/>
              <a:chExt cx="440" cy="430"/>
            </a:xfrm>
            <a:solidFill>
              <a:schemeClr val="accent1"/>
            </a:solidFill>
          </p:grpSpPr>
          <p:sp>
            <p:nvSpPr>
              <p:cNvPr id="171" name="Freeform 84">
                <a:extLst>
                  <a:ext uri="{FF2B5EF4-FFF2-40B4-BE49-F238E27FC236}">
                    <a16:creationId xmlns:a16="http://schemas.microsoft.com/office/drawing/2014/main" id="{41DA4A32-91F0-44C0-8E59-D9A553E34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9" y="2033"/>
                <a:ext cx="165" cy="162"/>
              </a:xfrm>
              <a:custGeom>
                <a:avLst/>
                <a:gdLst>
                  <a:gd name="T0" fmla="*/ 54 w 108"/>
                  <a:gd name="T1" fmla="*/ 108 h 108"/>
                  <a:gd name="T2" fmla="*/ 0 w 108"/>
                  <a:gd name="T3" fmla="*/ 54 h 108"/>
                  <a:gd name="T4" fmla="*/ 54 w 108"/>
                  <a:gd name="T5" fmla="*/ 0 h 108"/>
                  <a:gd name="T6" fmla="*/ 108 w 108"/>
                  <a:gd name="T7" fmla="*/ 54 h 108"/>
                  <a:gd name="T8" fmla="*/ 54 w 108"/>
                  <a:gd name="T9" fmla="*/ 108 h 108"/>
                  <a:gd name="T10" fmla="*/ 54 w 108"/>
                  <a:gd name="T11" fmla="*/ 12 h 108"/>
                  <a:gd name="T12" fmla="*/ 12 w 108"/>
                  <a:gd name="T13" fmla="*/ 54 h 108"/>
                  <a:gd name="T14" fmla="*/ 54 w 108"/>
                  <a:gd name="T15" fmla="*/ 96 h 108"/>
                  <a:gd name="T16" fmla="*/ 96 w 108"/>
                  <a:gd name="T17" fmla="*/ 54 h 108"/>
                  <a:gd name="T18" fmla="*/ 54 w 108"/>
                  <a:gd name="T19" fmla="*/ 12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108">
                    <a:moveTo>
                      <a:pt x="54" y="108"/>
                    </a:moveTo>
                    <a:cubicBezTo>
                      <a:pt x="24" y="108"/>
                      <a:pt x="0" y="84"/>
                      <a:pt x="0" y="54"/>
                    </a:cubicBezTo>
                    <a:cubicBezTo>
                      <a:pt x="0" y="24"/>
                      <a:pt x="24" y="0"/>
                      <a:pt x="54" y="0"/>
                    </a:cubicBezTo>
                    <a:cubicBezTo>
                      <a:pt x="84" y="0"/>
                      <a:pt x="108" y="24"/>
                      <a:pt x="108" y="54"/>
                    </a:cubicBezTo>
                    <a:cubicBezTo>
                      <a:pt x="108" y="84"/>
                      <a:pt x="84" y="108"/>
                      <a:pt x="54" y="108"/>
                    </a:cubicBezTo>
                    <a:close/>
                    <a:moveTo>
                      <a:pt x="54" y="12"/>
                    </a:moveTo>
                    <a:cubicBezTo>
                      <a:pt x="31" y="12"/>
                      <a:pt x="12" y="31"/>
                      <a:pt x="12" y="54"/>
                    </a:cubicBezTo>
                    <a:cubicBezTo>
                      <a:pt x="12" y="77"/>
                      <a:pt x="31" y="96"/>
                      <a:pt x="54" y="96"/>
                    </a:cubicBezTo>
                    <a:cubicBezTo>
                      <a:pt x="77" y="96"/>
                      <a:pt x="96" y="77"/>
                      <a:pt x="96" y="54"/>
                    </a:cubicBezTo>
                    <a:cubicBezTo>
                      <a:pt x="96" y="31"/>
                      <a:pt x="77" y="12"/>
                      <a:pt x="5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72" name="Freeform 85">
                <a:extLst>
                  <a:ext uri="{FF2B5EF4-FFF2-40B4-BE49-F238E27FC236}">
                    <a16:creationId xmlns:a16="http://schemas.microsoft.com/office/drawing/2014/main" id="{C8240FBA-5E82-41A2-89AF-22B847CC4C2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84" y="1989"/>
                <a:ext cx="73" cy="71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7" y="0"/>
                      <a:pt x="48" y="11"/>
                      <a:pt x="48" y="24"/>
                    </a:cubicBezTo>
                    <a:cubicBezTo>
                      <a:pt x="48" y="37"/>
                      <a:pt x="37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7" y="12"/>
                      <a:pt x="12" y="18"/>
                      <a:pt x="12" y="24"/>
                    </a:cubicBezTo>
                    <a:cubicBezTo>
                      <a:pt x="12" y="31"/>
                      <a:pt x="17" y="36"/>
                      <a:pt x="24" y="36"/>
                    </a:cubicBezTo>
                    <a:cubicBezTo>
                      <a:pt x="31" y="36"/>
                      <a:pt x="36" y="31"/>
                      <a:pt x="36" y="24"/>
                    </a:cubicBezTo>
                    <a:cubicBezTo>
                      <a:pt x="36" y="18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73" name="Freeform 86">
                <a:extLst>
                  <a:ext uri="{FF2B5EF4-FFF2-40B4-BE49-F238E27FC236}">
                    <a16:creationId xmlns:a16="http://schemas.microsoft.com/office/drawing/2014/main" id="{0103ED14-8210-486D-AF9B-AE866DA2B7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51" y="1926"/>
                <a:ext cx="73" cy="72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7" y="0"/>
                      <a:pt x="48" y="11"/>
                      <a:pt x="48" y="24"/>
                    </a:cubicBezTo>
                    <a:cubicBezTo>
                      <a:pt x="48" y="37"/>
                      <a:pt x="37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7" y="12"/>
                      <a:pt x="12" y="18"/>
                      <a:pt x="12" y="24"/>
                    </a:cubicBezTo>
                    <a:cubicBezTo>
                      <a:pt x="12" y="31"/>
                      <a:pt x="17" y="36"/>
                      <a:pt x="24" y="36"/>
                    </a:cubicBezTo>
                    <a:cubicBezTo>
                      <a:pt x="31" y="36"/>
                      <a:pt x="36" y="31"/>
                      <a:pt x="36" y="24"/>
                    </a:cubicBezTo>
                    <a:cubicBezTo>
                      <a:pt x="36" y="18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74" name="Freeform 87">
                <a:extLst>
                  <a:ext uri="{FF2B5EF4-FFF2-40B4-BE49-F238E27FC236}">
                    <a16:creationId xmlns:a16="http://schemas.microsoft.com/office/drawing/2014/main" id="{C82D06E7-6E2A-4527-895E-D2268A1701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84" y="2284"/>
                <a:ext cx="73" cy="72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7" y="0"/>
                      <a:pt x="48" y="11"/>
                      <a:pt x="48" y="24"/>
                    </a:cubicBezTo>
                    <a:cubicBezTo>
                      <a:pt x="48" y="37"/>
                      <a:pt x="37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7" y="12"/>
                      <a:pt x="12" y="18"/>
                      <a:pt x="12" y="24"/>
                    </a:cubicBezTo>
                    <a:cubicBezTo>
                      <a:pt x="12" y="31"/>
                      <a:pt x="17" y="36"/>
                      <a:pt x="24" y="36"/>
                    </a:cubicBezTo>
                    <a:cubicBezTo>
                      <a:pt x="31" y="36"/>
                      <a:pt x="36" y="31"/>
                      <a:pt x="36" y="24"/>
                    </a:cubicBezTo>
                    <a:cubicBezTo>
                      <a:pt x="36" y="18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75" name="Freeform 88">
                <a:extLst>
                  <a:ext uri="{FF2B5EF4-FFF2-40B4-BE49-F238E27FC236}">
                    <a16:creationId xmlns:a16="http://schemas.microsoft.com/office/drawing/2014/main" id="{B34C5BCC-7751-4078-AA5B-8E32EDEE19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95" y="2284"/>
                <a:ext cx="73" cy="72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7" y="0"/>
                      <a:pt x="48" y="11"/>
                      <a:pt x="48" y="24"/>
                    </a:cubicBezTo>
                    <a:cubicBezTo>
                      <a:pt x="48" y="37"/>
                      <a:pt x="37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7" y="12"/>
                      <a:pt x="12" y="18"/>
                      <a:pt x="12" y="24"/>
                    </a:cubicBezTo>
                    <a:cubicBezTo>
                      <a:pt x="12" y="31"/>
                      <a:pt x="17" y="36"/>
                      <a:pt x="24" y="36"/>
                    </a:cubicBezTo>
                    <a:cubicBezTo>
                      <a:pt x="31" y="36"/>
                      <a:pt x="36" y="31"/>
                      <a:pt x="36" y="24"/>
                    </a:cubicBezTo>
                    <a:cubicBezTo>
                      <a:pt x="36" y="18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76" name="Freeform 89">
                <a:extLst>
                  <a:ext uri="{FF2B5EF4-FFF2-40B4-BE49-F238E27FC236}">
                    <a16:creationId xmlns:a16="http://schemas.microsoft.com/office/drawing/2014/main" id="{59526914-99FF-4347-9795-3289DBE244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4" y="2159"/>
                <a:ext cx="152" cy="149"/>
              </a:xfrm>
              <a:custGeom>
                <a:avLst/>
                <a:gdLst>
                  <a:gd name="T0" fmla="*/ 12 w 152"/>
                  <a:gd name="T1" fmla="*/ 149 h 149"/>
                  <a:gd name="T2" fmla="*/ 0 w 152"/>
                  <a:gd name="T3" fmla="*/ 136 h 149"/>
                  <a:gd name="T4" fmla="*/ 139 w 152"/>
                  <a:gd name="T5" fmla="*/ 0 h 149"/>
                  <a:gd name="T6" fmla="*/ 152 w 152"/>
                  <a:gd name="T7" fmla="*/ 13 h 149"/>
                  <a:gd name="T8" fmla="*/ 12 w 152"/>
                  <a:gd name="T9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2" h="149">
                    <a:moveTo>
                      <a:pt x="12" y="149"/>
                    </a:moveTo>
                    <a:lnTo>
                      <a:pt x="0" y="136"/>
                    </a:lnTo>
                    <a:lnTo>
                      <a:pt x="139" y="0"/>
                    </a:lnTo>
                    <a:lnTo>
                      <a:pt x="152" y="13"/>
                    </a:lnTo>
                    <a:lnTo>
                      <a:pt x="12" y="1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77" name="Freeform 90">
                <a:extLst>
                  <a:ext uri="{FF2B5EF4-FFF2-40B4-BE49-F238E27FC236}">
                    <a16:creationId xmlns:a16="http://schemas.microsoft.com/office/drawing/2014/main" id="{0B219AD8-146C-424E-842C-270FE17ED9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7" y="1975"/>
                <a:ext cx="98" cy="96"/>
              </a:xfrm>
              <a:custGeom>
                <a:avLst/>
                <a:gdLst>
                  <a:gd name="T0" fmla="*/ 13 w 98"/>
                  <a:gd name="T1" fmla="*/ 96 h 96"/>
                  <a:gd name="T2" fmla="*/ 0 w 98"/>
                  <a:gd name="T3" fmla="*/ 82 h 96"/>
                  <a:gd name="T4" fmla="*/ 84 w 98"/>
                  <a:gd name="T5" fmla="*/ 0 h 96"/>
                  <a:gd name="T6" fmla="*/ 98 w 98"/>
                  <a:gd name="T7" fmla="*/ 12 h 96"/>
                  <a:gd name="T8" fmla="*/ 13 w 98"/>
                  <a:gd name="T9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96">
                    <a:moveTo>
                      <a:pt x="13" y="96"/>
                    </a:moveTo>
                    <a:lnTo>
                      <a:pt x="0" y="82"/>
                    </a:lnTo>
                    <a:lnTo>
                      <a:pt x="84" y="0"/>
                    </a:lnTo>
                    <a:lnTo>
                      <a:pt x="98" y="12"/>
                    </a:lnTo>
                    <a:lnTo>
                      <a:pt x="13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78" name="Freeform 91">
                <a:extLst>
                  <a:ext uri="{FF2B5EF4-FFF2-40B4-BE49-F238E27FC236}">
                    <a16:creationId xmlns:a16="http://schemas.microsoft.com/office/drawing/2014/main" id="{C834A088-EF1F-419B-B454-51CD1E2118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2" y="2029"/>
                <a:ext cx="125" cy="66"/>
              </a:xfrm>
              <a:custGeom>
                <a:avLst/>
                <a:gdLst>
                  <a:gd name="T0" fmla="*/ 119 w 125"/>
                  <a:gd name="T1" fmla="*/ 66 h 66"/>
                  <a:gd name="T2" fmla="*/ 0 w 125"/>
                  <a:gd name="T3" fmla="*/ 16 h 66"/>
                  <a:gd name="T4" fmla="*/ 7 w 125"/>
                  <a:gd name="T5" fmla="*/ 0 h 66"/>
                  <a:gd name="T6" fmla="*/ 125 w 125"/>
                  <a:gd name="T7" fmla="*/ 49 h 66"/>
                  <a:gd name="T8" fmla="*/ 119 w 125"/>
                  <a:gd name="T9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5" h="66">
                    <a:moveTo>
                      <a:pt x="119" y="66"/>
                    </a:moveTo>
                    <a:lnTo>
                      <a:pt x="0" y="16"/>
                    </a:lnTo>
                    <a:lnTo>
                      <a:pt x="7" y="0"/>
                    </a:lnTo>
                    <a:lnTo>
                      <a:pt x="125" y="49"/>
                    </a:lnTo>
                    <a:lnTo>
                      <a:pt x="119" y="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79" name="Freeform 92">
                <a:extLst>
                  <a:ext uri="{FF2B5EF4-FFF2-40B4-BE49-F238E27FC236}">
                    <a16:creationId xmlns:a16="http://schemas.microsoft.com/office/drawing/2014/main" id="{5B200750-B411-4802-BDBD-F4F105F54E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2142"/>
                <a:ext cx="74" cy="44"/>
              </a:xfrm>
              <a:custGeom>
                <a:avLst/>
                <a:gdLst>
                  <a:gd name="T0" fmla="*/ 66 w 74"/>
                  <a:gd name="T1" fmla="*/ 44 h 44"/>
                  <a:gd name="T2" fmla="*/ 0 w 74"/>
                  <a:gd name="T3" fmla="*/ 17 h 44"/>
                  <a:gd name="T4" fmla="*/ 8 w 74"/>
                  <a:gd name="T5" fmla="*/ 0 h 44"/>
                  <a:gd name="T6" fmla="*/ 74 w 74"/>
                  <a:gd name="T7" fmla="*/ 27 h 44"/>
                  <a:gd name="T8" fmla="*/ 66 w 74"/>
                  <a:gd name="T9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44">
                    <a:moveTo>
                      <a:pt x="66" y="44"/>
                    </a:moveTo>
                    <a:lnTo>
                      <a:pt x="0" y="17"/>
                    </a:lnTo>
                    <a:lnTo>
                      <a:pt x="8" y="0"/>
                    </a:lnTo>
                    <a:lnTo>
                      <a:pt x="74" y="27"/>
                    </a:lnTo>
                    <a:lnTo>
                      <a:pt x="66" y="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80" name="Rectangle 93">
                <a:extLst>
                  <a:ext uri="{FF2B5EF4-FFF2-40B4-BE49-F238E27FC236}">
                    <a16:creationId xmlns:a16="http://schemas.microsoft.com/office/drawing/2014/main" id="{01EA25A3-2800-4CE0-B0A1-3FBC139916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2186"/>
                <a:ext cx="19" cy="10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81" name="Freeform 94">
                <a:extLst>
                  <a:ext uri="{FF2B5EF4-FFF2-40B4-BE49-F238E27FC236}">
                    <a16:creationId xmlns:a16="http://schemas.microsoft.com/office/drawing/2014/main" id="{2C532050-0862-4F94-B3B2-DC1A626350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51" y="2150"/>
                <a:ext cx="73" cy="72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7" y="0"/>
                      <a:pt x="48" y="11"/>
                      <a:pt x="48" y="24"/>
                    </a:cubicBezTo>
                    <a:cubicBezTo>
                      <a:pt x="48" y="37"/>
                      <a:pt x="37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7" y="12"/>
                      <a:pt x="12" y="18"/>
                      <a:pt x="12" y="24"/>
                    </a:cubicBezTo>
                    <a:cubicBezTo>
                      <a:pt x="12" y="31"/>
                      <a:pt x="17" y="36"/>
                      <a:pt x="24" y="36"/>
                    </a:cubicBezTo>
                    <a:cubicBezTo>
                      <a:pt x="31" y="36"/>
                      <a:pt x="36" y="31"/>
                      <a:pt x="36" y="24"/>
                    </a:cubicBezTo>
                    <a:cubicBezTo>
                      <a:pt x="36" y="18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61F850B-9C57-4A5C-9A4D-95539F2FB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734088" y="3944865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82" name="Group 59" descr="Node Org Chart">
              <a:extLst>
                <a:ext uri="{FF2B5EF4-FFF2-40B4-BE49-F238E27FC236}">
                  <a16:creationId xmlns:a16="http://schemas.microsoft.com/office/drawing/2014/main" id="{163B974A-57AC-432E-B791-5E3311C592B3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131257" y="4307059"/>
              <a:ext cx="493868" cy="502040"/>
              <a:chOff x="5696" y="644"/>
              <a:chExt cx="423" cy="430"/>
            </a:xfrm>
            <a:solidFill>
              <a:schemeClr val="accent1"/>
            </a:solidFill>
          </p:grpSpPr>
          <p:sp>
            <p:nvSpPr>
              <p:cNvPr id="183" name="Freeform 60">
                <a:extLst>
                  <a:ext uri="{FF2B5EF4-FFF2-40B4-BE49-F238E27FC236}">
                    <a16:creationId xmlns:a16="http://schemas.microsoft.com/office/drawing/2014/main" id="{A5D0876A-F6FA-4E77-8334-E46DADE4B3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52" y="644"/>
                <a:ext cx="111" cy="107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6" y="72"/>
                      <a:pt x="0" y="5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6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3"/>
                      <a:pt x="12" y="36"/>
                    </a:cubicBezTo>
                    <a:cubicBezTo>
                      <a:pt x="12" y="49"/>
                      <a:pt x="23" y="60"/>
                      <a:pt x="36" y="60"/>
                    </a:cubicBezTo>
                    <a:cubicBezTo>
                      <a:pt x="49" y="60"/>
                      <a:pt x="60" y="49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4" name="Freeform 61">
                <a:extLst>
                  <a:ext uri="{FF2B5EF4-FFF2-40B4-BE49-F238E27FC236}">
                    <a16:creationId xmlns:a16="http://schemas.microsoft.com/office/drawing/2014/main" id="{92E61175-419C-4839-A7D1-9C626936F1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52" y="967"/>
                <a:ext cx="111" cy="107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6" y="72"/>
                      <a:pt x="0" y="5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6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3"/>
                      <a:pt x="12" y="36"/>
                    </a:cubicBezTo>
                    <a:cubicBezTo>
                      <a:pt x="12" y="49"/>
                      <a:pt x="23" y="60"/>
                      <a:pt x="36" y="60"/>
                    </a:cubicBezTo>
                    <a:cubicBezTo>
                      <a:pt x="49" y="60"/>
                      <a:pt x="60" y="49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5" name="Freeform 62">
                <a:extLst>
                  <a:ext uri="{FF2B5EF4-FFF2-40B4-BE49-F238E27FC236}">
                    <a16:creationId xmlns:a16="http://schemas.microsoft.com/office/drawing/2014/main" id="{C800577B-BF91-4544-B257-BE8C53BF002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08" y="967"/>
                <a:ext cx="111" cy="107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6" y="72"/>
                      <a:pt x="0" y="5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6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3"/>
                      <a:pt x="12" y="36"/>
                    </a:cubicBezTo>
                    <a:cubicBezTo>
                      <a:pt x="12" y="49"/>
                      <a:pt x="23" y="60"/>
                      <a:pt x="36" y="60"/>
                    </a:cubicBezTo>
                    <a:cubicBezTo>
                      <a:pt x="49" y="60"/>
                      <a:pt x="60" y="49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6" name="Freeform 63">
                <a:extLst>
                  <a:ext uri="{FF2B5EF4-FFF2-40B4-BE49-F238E27FC236}">
                    <a16:creationId xmlns:a16="http://schemas.microsoft.com/office/drawing/2014/main" id="{129F80BD-9329-453E-A0E7-7387CADFFC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96" y="967"/>
                <a:ext cx="111" cy="107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6" y="72"/>
                      <a:pt x="0" y="5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6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3"/>
                      <a:pt x="12" y="36"/>
                    </a:cubicBezTo>
                    <a:cubicBezTo>
                      <a:pt x="12" y="49"/>
                      <a:pt x="23" y="60"/>
                      <a:pt x="36" y="60"/>
                    </a:cubicBezTo>
                    <a:cubicBezTo>
                      <a:pt x="49" y="60"/>
                      <a:pt x="60" y="49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7" name="Rectangle 64">
                <a:extLst>
                  <a:ext uri="{FF2B5EF4-FFF2-40B4-BE49-F238E27FC236}">
                    <a16:creationId xmlns:a16="http://schemas.microsoft.com/office/drawing/2014/main" id="{426589D2-EBB5-4D1A-9B0F-512DDA5FDC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8" y="743"/>
                <a:ext cx="19" cy="23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8" name="Freeform 65">
                <a:extLst>
                  <a:ext uri="{FF2B5EF4-FFF2-40B4-BE49-F238E27FC236}">
                    <a16:creationId xmlns:a16="http://schemas.microsoft.com/office/drawing/2014/main" id="{0D145F18-0D62-4124-9A0D-5EAAFF5A9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42" y="859"/>
                <a:ext cx="331" cy="116"/>
              </a:xfrm>
              <a:custGeom>
                <a:avLst/>
                <a:gdLst>
                  <a:gd name="T0" fmla="*/ 216 w 216"/>
                  <a:gd name="T1" fmla="*/ 78 h 78"/>
                  <a:gd name="T2" fmla="*/ 204 w 216"/>
                  <a:gd name="T3" fmla="*/ 78 h 78"/>
                  <a:gd name="T4" fmla="*/ 138 w 216"/>
                  <a:gd name="T5" fmla="*/ 12 h 78"/>
                  <a:gd name="T6" fmla="*/ 72 w 216"/>
                  <a:gd name="T7" fmla="*/ 12 h 78"/>
                  <a:gd name="T8" fmla="*/ 12 w 216"/>
                  <a:gd name="T9" fmla="*/ 78 h 78"/>
                  <a:gd name="T10" fmla="*/ 0 w 216"/>
                  <a:gd name="T11" fmla="*/ 78 h 78"/>
                  <a:gd name="T12" fmla="*/ 72 w 216"/>
                  <a:gd name="T13" fmla="*/ 0 h 78"/>
                  <a:gd name="T14" fmla="*/ 138 w 216"/>
                  <a:gd name="T15" fmla="*/ 0 h 78"/>
                  <a:gd name="T16" fmla="*/ 216 w 216"/>
                  <a:gd name="T17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6" h="78">
                    <a:moveTo>
                      <a:pt x="216" y="78"/>
                    </a:moveTo>
                    <a:cubicBezTo>
                      <a:pt x="204" y="78"/>
                      <a:pt x="204" y="78"/>
                      <a:pt x="204" y="78"/>
                    </a:cubicBezTo>
                    <a:cubicBezTo>
                      <a:pt x="204" y="42"/>
                      <a:pt x="175" y="12"/>
                      <a:pt x="138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37" y="12"/>
                      <a:pt x="12" y="40"/>
                      <a:pt x="12" y="78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33"/>
                      <a:pt x="31" y="0"/>
                      <a:pt x="72" y="0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81" y="0"/>
                      <a:pt x="216" y="35"/>
                      <a:pt x="216" y="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0C4E98A-9EE1-4F64-AE06-58244DDE0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004706" y="3944865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89" name="Group 40" descr="People">
              <a:extLst>
                <a:ext uri="{FF2B5EF4-FFF2-40B4-BE49-F238E27FC236}">
                  <a16:creationId xmlns:a16="http://schemas.microsoft.com/office/drawing/2014/main" id="{9BC8E6FF-A9C2-4B26-970E-B852110D657A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413589" y="4350552"/>
              <a:ext cx="486806" cy="415054"/>
              <a:chOff x="4653" y="690"/>
              <a:chExt cx="441" cy="376"/>
            </a:xfrm>
            <a:solidFill>
              <a:schemeClr val="accent1"/>
            </a:solidFill>
          </p:grpSpPr>
          <p:sp>
            <p:nvSpPr>
              <p:cNvPr id="190" name="Freeform 41">
                <a:extLst>
                  <a:ext uri="{FF2B5EF4-FFF2-40B4-BE49-F238E27FC236}">
                    <a16:creationId xmlns:a16="http://schemas.microsoft.com/office/drawing/2014/main" id="{55BB48C8-AE29-4B50-B980-E8ABC252F4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53" y="815"/>
                <a:ext cx="110" cy="180"/>
              </a:xfrm>
              <a:custGeom>
                <a:avLst/>
                <a:gdLst>
                  <a:gd name="T0" fmla="*/ 54 w 72"/>
                  <a:gd name="T1" fmla="*/ 120 h 120"/>
                  <a:gd name="T2" fmla="*/ 18 w 72"/>
                  <a:gd name="T3" fmla="*/ 120 h 120"/>
                  <a:gd name="T4" fmla="*/ 12 w 72"/>
                  <a:gd name="T5" fmla="*/ 114 h 120"/>
                  <a:gd name="T6" fmla="*/ 12 w 72"/>
                  <a:gd name="T7" fmla="*/ 65 h 120"/>
                  <a:gd name="T8" fmla="*/ 0 w 72"/>
                  <a:gd name="T9" fmla="*/ 42 h 120"/>
                  <a:gd name="T10" fmla="*/ 0 w 72"/>
                  <a:gd name="T11" fmla="*/ 6 h 120"/>
                  <a:gd name="T12" fmla="*/ 6 w 72"/>
                  <a:gd name="T13" fmla="*/ 0 h 120"/>
                  <a:gd name="T14" fmla="*/ 66 w 72"/>
                  <a:gd name="T15" fmla="*/ 0 h 120"/>
                  <a:gd name="T16" fmla="*/ 72 w 72"/>
                  <a:gd name="T17" fmla="*/ 6 h 120"/>
                  <a:gd name="T18" fmla="*/ 72 w 72"/>
                  <a:gd name="T19" fmla="*/ 42 h 120"/>
                  <a:gd name="T20" fmla="*/ 60 w 72"/>
                  <a:gd name="T21" fmla="*/ 65 h 120"/>
                  <a:gd name="T22" fmla="*/ 60 w 72"/>
                  <a:gd name="T23" fmla="*/ 114 h 120"/>
                  <a:gd name="T24" fmla="*/ 54 w 72"/>
                  <a:gd name="T25" fmla="*/ 120 h 120"/>
                  <a:gd name="T26" fmla="*/ 24 w 72"/>
                  <a:gd name="T27" fmla="*/ 108 h 120"/>
                  <a:gd name="T28" fmla="*/ 48 w 72"/>
                  <a:gd name="T29" fmla="*/ 108 h 120"/>
                  <a:gd name="T30" fmla="*/ 48 w 72"/>
                  <a:gd name="T31" fmla="*/ 60 h 120"/>
                  <a:gd name="T32" fmla="*/ 54 w 72"/>
                  <a:gd name="T33" fmla="*/ 54 h 120"/>
                  <a:gd name="T34" fmla="*/ 60 w 72"/>
                  <a:gd name="T35" fmla="*/ 42 h 120"/>
                  <a:gd name="T36" fmla="*/ 60 w 72"/>
                  <a:gd name="T37" fmla="*/ 12 h 120"/>
                  <a:gd name="T38" fmla="*/ 12 w 72"/>
                  <a:gd name="T39" fmla="*/ 12 h 120"/>
                  <a:gd name="T40" fmla="*/ 12 w 72"/>
                  <a:gd name="T41" fmla="*/ 42 h 120"/>
                  <a:gd name="T42" fmla="*/ 18 w 72"/>
                  <a:gd name="T43" fmla="*/ 54 h 120"/>
                  <a:gd name="T44" fmla="*/ 24 w 72"/>
                  <a:gd name="T45" fmla="*/ 60 h 120"/>
                  <a:gd name="T46" fmla="*/ 24 w 72"/>
                  <a:gd name="T47" fmla="*/ 108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2" h="120">
                    <a:moveTo>
                      <a:pt x="54" y="120"/>
                    </a:moveTo>
                    <a:cubicBezTo>
                      <a:pt x="18" y="120"/>
                      <a:pt x="18" y="120"/>
                      <a:pt x="18" y="120"/>
                    </a:cubicBezTo>
                    <a:cubicBezTo>
                      <a:pt x="15" y="120"/>
                      <a:pt x="12" y="117"/>
                      <a:pt x="12" y="114"/>
                    </a:cubicBezTo>
                    <a:cubicBezTo>
                      <a:pt x="12" y="65"/>
                      <a:pt x="12" y="65"/>
                      <a:pt x="12" y="65"/>
                    </a:cubicBezTo>
                    <a:cubicBezTo>
                      <a:pt x="4" y="62"/>
                      <a:pt x="0" y="5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9" y="0"/>
                      <a:pt x="72" y="2"/>
                      <a:pt x="72" y="6"/>
                    </a:cubicBezTo>
                    <a:cubicBezTo>
                      <a:pt x="72" y="42"/>
                      <a:pt x="72" y="42"/>
                      <a:pt x="72" y="42"/>
                    </a:cubicBezTo>
                    <a:cubicBezTo>
                      <a:pt x="72" y="55"/>
                      <a:pt x="68" y="62"/>
                      <a:pt x="60" y="65"/>
                    </a:cubicBezTo>
                    <a:cubicBezTo>
                      <a:pt x="60" y="114"/>
                      <a:pt x="60" y="114"/>
                      <a:pt x="60" y="114"/>
                    </a:cubicBezTo>
                    <a:cubicBezTo>
                      <a:pt x="60" y="117"/>
                      <a:pt x="57" y="120"/>
                      <a:pt x="54" y="120"/>
                    </a:cubicBezTo>
                    <a:close/>
                    <a:moveTo>
                      <a:pt x="24" y="108"/>
                    </a:moveTo>
                    <a:cubicBezTo>
                      <a:pt x="48" y="108"/>
                      <a:pt x="48" y="108"/>
                      <a:pt x="48" y="108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48" y="56"/>
                      <a:pt x="51" y="54"/>
                      <a:pt x="54" y="54"/>
                    </a:cubicBezTo>
                    <a:cubicBezTo>
                      <a:pt x="57" y="54"/>
                      <a:pt x="60" y="54"/>
                      <a:pt x="60" y="42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54"/>
                      <a:pt x="15" y="54"/>
                      <a:pt x="18" y="54"/>
                    </a:cubicBezTo>
                    <a:cubicBezTo>
                      <a:pt x="21" y="54"/>
                      <a:pt x="24" y="56"/>
                      <a:pt x="24" y="60"/>
                    </a:cubicBezTo>
                    <a:lnTo>
                      <a:pt x="24" y="1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91" name="Freeform 42">
                <a:extLst>
                  <a:ext uri="{FF2B5EF4-FFF2-40B4-BE49-F238E27FC236}">
                    <a16:creationId xmlns:a16="http://schemas.microsoft.com/office/drawing/2014/main" id="{C2C125A0-8757-4781-92BA-02F3991F253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84" y="815"/>
                <a:ext cx="110" cy="180"/>
              </a:xfrm>
              <a:custGeom>
                <a:avLst/>
                <a:gdLst>
                  <a:gd name="T0" fmla="*/ 54 w 72"/>
                  <a:gd name="T1" fmla="*/ 120 h 120"/>
                  <a:gd name="T2" fmla="*/ 18 w 72"/>
                  <a:gd name="T3" fmla="*/ 120 h 120"/>
                  <a:gd name="T4" fmla="*/ 12 w 72"/>
                  <a:gd name="T5" fmla="*/ 114 h 120"/>
                  <a:gd name="T6" fmla="*/ 12 w 72"/>
                  <a:gd name="T7" fmla="*/ 65 h 120"/>
                  <a:gd name="T8" fmla="*/ 0 w 72"/>
                  <a:gd name="T9" fmla="*/ 42 h 120"/>
                  <a:gd name="T10" fmla="*/ 0 w 72"/>
                  <a:gd name="T11" fmla="*/ 6 h 120"/>
                  <a:gd name="T12" fmla="*/ 6 w 72"/>
                  <a:gd name="T13" fmla="*/ 0 h 120"/>
                  <a:gd name="T14" fmla="*/ 66 w 72"/>
                  <a:gd name="T15" fmla="*/ 0 h 120"/>
                  <a:gd name="T16" fmla="*/ 72 w 72"/>
                  <a:gd name="T17" fmla="*/ 6 h 120"/>
                  <a:gd name="T18" fmla="*/ 72 w 72"/>
                  <a:gd name="T19" fmla="*/ 42 h 120"/>
                  <a:gd name="T20" fmla="*/ 60 w 72"/>
                  <a:gd name="T21" fmla="*/ 65 h 120"/>
                  <a:gd name="T22" fmla="*/ 60 w 72"/>
                  <a:gd name="T23" fmla="*/ 114 h 120"/>
                  <a:gd name="T24" fmla="*/ 54 w 72"/>
                  <a:gd name="T25" fmla="*/ 120 h 120"/>
                  <a:gd name="T26" fmla="*/ 24 w 72"/>
                  <a:gd name="T27" fmla="*/ 108 h 120"/>
                  <a:gd name="T28" fmla="*/ 48 w 72"/>
                  <a:gd name="T29" fmla="*/ 108 h 120"/>
                  <a:gd name="T30" fmla="*/ 48 w 72"/>
                  <a:gd name="T31" fmla="*/ 60 h 120"/>
                  <a:gd name="T32" fmla="*/ 54 w 72"/>
                  <a:gd name="T33" fmla="*/ 54 h 120"/>
                  <a:gd name="T34" fmla="*/ 60 w 72"/>
                  <a:gd name="T35" fmla="*/ 42 h 120"/>
                  <a:gd name="T36" fmla="*/ 60 w 72"/>
                  <a:gd name="T37" fmla="*/ 12 h 120"/>
                  <a:gd name="T38" fmla="*/ 12 w 72"/>
                  <a:gd name="T39" fmla="*/ 12 h 120"/>
                  <a:gd name="T40" fmla="*/ 12 w 72"/>
                  <a:gd name="T41" fmla="*/ 42 h 120"/>
                  <a:gd name="T42" fmla="*/ 18 w 72"/>
                  <a:gd name="T43" fmla="*/ 54 h 120"/>
                  <a:gd name="T44" fmla="*/ 24 w 72"/>
                  <a:gd name="T45" fmla="*/ 60 h 120"/>
                  <a:gd name="T46" fmla="*/ 24 w 72"/>
                  <a:gd name="T47" fmla="*/ 108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2" h="120">
                    <a:moveTo>
                      <a:pt x="54" y="120"/>
                    </a:moveTo>
                    <a:cubicBezTo>
                      <a:pt x="18" y="120"/>
                      <a:pt x="18" y="120"/>
                      <a:pt x="18" y="120"/>
                    </a:cubicBezTo>
                    <a:cubicBezTo>
                      <a:pt x="15" y="120"/>
                      <a:pt x="12" y="117"/>
                      <a:pt x="12" y="114"/>
                    </a:cubicBezTo>
                    <a:cubicBezTo>
                      <a:pt x="12" y="65"/>
                      <a:pt x="12" y="65"/>
                      <a:pt x="12" y="65"/>
                    </a:cubicBezTo>
                    <a:cubicBezTo>
                      <a:pt x="4" y="62"/>
                      <a:pt x="0" y="5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9" y="0"/>
                      <a:pt x="72" y="2"/>
                      <a:pt x="72" y="6"/>
                    </a:cubicBezTo>
                    <a:cubicBezTo>
                      <a:pt x="72" y="42"/>
                      <a:pt x="72" y="42"/>
                      <a:pt x="72" y="42"/>
                    </a:cubicBezTo>
                    <a:cubicBezTo>
                      <a:pt x="72" y="55"/>
                      <a:pt x="68" y="62"/>
                      <a:pt x="60" y="65"/>
                    </a:cubicBezTo>
                    <a:cubicBezTo>
                      <a:pt x="60" y="114"/>
                      <a:pt x="60" y="114"/>
                      <a:pt x="60" y="114"/>
                    </a:cubicBezTo>
                    <a:cubicBezTo>
                      <a:pt x="60" y="117"/>
                      <a:pt x="57" y="120"/>
                      <a:pt x="54" y="120"/>
                    </a:cubicBezTo>
                    <a:close/>
                    <a:moveTo>
                      <a:pt x="24" y="108"/>
                    </a:moveTo>
                    <a:cubicBezTo>
                      <a:pt x="48" y="108"/>
                      <a:pt x="48" y="108"/>
                      <a:pt x="48" y="108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48" y="56"/>
                      <a:pt x="51" y="54"/>
                      <a:pt x="54" y="54"/>
                    </a:cubicBezTo>
                    <a:cubicBezTo>
                      <a:pt x="57" y="54"/>
                      <a:pt x="60" y="54"/>
                      <a:pt x="60" y="42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54"/>
                      <a:pt x="15" y="54"/>
                      <a:pt x="18" y="54"/>
                    </a:cubicBezTo>
                    <a:cubicBezTo>
                      <a:pt x="21" y="54"/>
                      <a:pt x="24" y="56"/>
                      <a:pt x="24" y="60"/>
                    </a:cubicBezTo>
                    <a:lnTo>
                      <a:pt x="24" y="1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92" name="Freeform 43">
                <a:extLst>
                  <a:ext uri="{FF2B5EF4-FFF2-40B4-BE49-F238E27FC236}">
                    <a16:creationId xmlns:a16="http://schemas.microsoft.com/office/drawing/2014/main" id="{600DE74E-2097-4769-A481-692F587D48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0" y="815"/>
                <a:ext cx="147" cy="251"/>
              </a:xfrm>
              <a:custGeom>
                <a:avLst/>
                <a:gdLst>
                  <a:gd name="T0" fmla="*/ 66 w 96"/>
                  <a:gd name="T1" fmla="*/ 168 h 168"/>
                  <a:gd name="T2" fmla="*/ 30 w 96"/>
                  <a:gd name="T3" fmla="*/ 168 h 168"/>
                  <a:gd name="T4" fmla="*/ 24 w 96"/>
                  <a:gd name="T5" fmla="*/ 162 h 168"/>
                  <a:gd name="T6" fmla="*/ 24 w 96"/>
                  <a:gd name="T7" fmla="*/ 95 h 168"/>
                  <a:gd name="T8" fmla="*/ 0 w 96"/>
                  <a:gd name="T9" fmla="*/ 66 h 168"/>
                  <a:gd name="T10" fmla="*/ 0 w 96"/>
                  <a:gd name="T11" fmla="*/ 6 h 168"/>
                  <a:gd name="T12" fmla="*/ 6 w 96"/>
                  <a:gd name="T13" fmla="*/ 0 h 168"/>
                  <a:gd name="T14" fmla="*/ 90 w 96"/>
                  <a:gd name="T15" fmla="*/ 0 h 168"/>
                  <a:gd name="T16" fmla="*/ 96 w 96"/>
                  <a:gd name="T17" fmla="*/ 6 h 168"/>
                  <a:gd name="T18" fmla="*/ 96 w 96"/>
                  <a:gd name="T19" fmla="*/ 66 h 168"/>
                  <a:gd name="T20" fmla="*/ 72 w 96"/>
                  <a:gd name="T21" fmla="*/ 95 h 168"/>
                  <a:gd name="T22" fmla="*/ 72 w 96"/>
                  <a:gd name="T23" fmla="*/ 162 h 168"/>
                  <a:gd name="T24" fmla="*/ 66 w 96"/>
                  <a:gd name="T25" fmla="*/ 168 h 168"/>
                  <a:gd name="T26" fmla="*/ 36 w 96"/>
                  <a:gd name="T27" fmla="*/ 156 h 168"/>
                  <a:gd name="T28" fmla="*/ 60 w 96"/>
                  <a:gd name="T29" fmla="*/ 156 h 168"/>
                  <a:gd name="T30" fmla="*/ 60 w 96"/>
                  <a:gd name="T31" fmla="*/ 90 h 168"/>
                  <a:gd name="T32" fmla="*/ 66 w 96"/>
                  <a:gd name="T33" fmla="*/ 84 h 168"/>
                  <a:gd name="T34" fmla="*/ 84 w 96"/>
                  <a:gd name="T35" fmla="*/ 66 h 168"/>
                  <a:gd name="T36" fmla="*/ 84 w 96"/>
                  <a:gd name="T37" fmla="*/ 12 h 168"/>
                  <a:gd name="T38" fmla="*/ 12 w 96"/>
                  <a:gd name="T39" fmla="*/ 12 h 168"/>
                  <a:gd name="T40" fmla="*/ 12 w 96"/>
                  <a:gd name="T41" fmla="*/ 66 h 168"/>
                  <a:gd name="T42" fmla="*/ 30 w 96"/>
                  <a:gd name="T43" fmla="*/ 84 h 168"/>
                  <a:gd name="T44" fmla="*/ 36 w 96"/>
                  <a:gd name="T45" fmla="*/ 90 h 168"/>
                  <a:gd name="T46" fmla="*/ 36 w 96"/>
                  <a:gd name="T47" fmla="*/ 15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96" h="168">
                    <a:moveTo>
                      <a:pt x="66" y="168"/>
                    </a:moveTo>
                    <a:cubicBezTo>
                      <a:pt x="30" y="168"/>
                      <a:pt x="30" y="168"/>
                      <a:pt x="30" y="168"/>
                    </a:cubicBezTo>
                    <a:cubicBezTo>
                      <a:pt x="27" y="168"/>
                      <a:pt x="24" y="165"/>
                      <a:pt x="24" y="162"/>
                    </a:cubicBezTo>
                    <a:cubicBezTo>
                      <a:pt x="24" y="95"/>
                      <a:pt x="24" y="95"/>
                      <a:pt x="24" y="95"/>
                    </a:cubicBezTo>
                    <a:cubicBezTo>
                      <a:pt x="10" y="92"/>
                      <a:pt x="0" y="80"/>
                      <a:pt x="0" y="6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3" y="0"/>
                      <a:pt x="96" y="2"/>
                      <a:pt x="96" y="6"/>
                    </a:cubicBezTo>
                    <a:cubicBezTo>
                      <a:pt x="96" y="66"/>
                      <a:pt x="96" y="66"/>
                      <a:pt x="96" y="66"/>
                    </a:cubicBezTo>
                    <a:cubicBezTo>
                      <a:pt x="96" y="80"/>
                      <a:pt x="86" y="92"/>
                      <a:pt x="72" y="95"/>
                    </a:cubicBezTo>
                    <a:cubicBezTo>
                      <a:pt x="72" y="162"/>
                      <a:pt x="72" y="162"/>
                      <a:pt x="72" y="162"/>
                    </a:cubicBezTo>
                    <a:cubicBezTo>
                      <a:pt x="72" y="165"/>
                      <a:pt x="69" y="168"/>
                      <a:pt x="66" y="168"/>
                    </a:cubicBezTo>
                    <a:close/>
                    <a:moveTo>
                      <a:pt x="36" y="156"/>
                    </a:moveTo>
                    <a:cubicBezTo>
                      <a:pt x="60" y="156"/>
                      <a:pt x="60" y="156"/>
                      <a:pt x="60" y="156"/>
                    </a:cubicBezTo>
                    <a:cubicBezTo>
                      <a:pt x="60" y="90"/>
                      <a:pt x="60" y="90"/>
                      <a:pt x="60" y="90"/>
                    </a:cubicBezTo>
                    <a:cubicBezTo>
                      <a:pt x="60" y="86"/>
                      <a:pt x="63" y="84"/>
                      <a:pt x="66" y="84"/>
                    </a:cubicBezTo>
                    <a:cubicBezTo>
                      <a:pt x="76" y="84"/>
                      <a:pt x="84" y="76"/>
                      <a:pt x="84" y="66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66"/>
                      <a:pt x="12" y="66"/>
                      <a:pt x="12" y="66"/>
                    </a:cubicBezTo>
                    <a:cubicBezTo>
                      <a:pt x="12" y="76"/>
                      <a:pt x="20" y="84"/>
                      <a:pt x="30" y="84"/>
                    </a:cubicBezTo>
                    <a:cubicBezTo>
                      <a:pt x="33" y="84"/>
                      <a:pt x="36" y="86"/>
                      <a:pt x="36" y="90"/>
                    </a:cubicBezTo>
                    <a:lnTo>
                      <a:pt x="36" y="1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93" name="Freeform 44">
                <a:extLst>
                  <a:ext uri="{FF2B5EF4-FFF2-40B4-BE49-F238E27FC236}">
                    <a16:creationId xmlns:a16="http://schemas.microsoft.com/office/drawing/2014/main" id="{FE93CF8D-9ACC-48BE-801C-350682B9934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71" y="726"/>
                <a:ext cx="74" cy="71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0"/>
                      <a:pt x="11" y="0"/>
                      <a:pt x="24" y="0"/>
                    </a:cubicBezTo>
                    <a:cubicBezTo>
                      <a:pt x="37" y="0"/>
                      <a:pt x="48" y="10"/>
                      <a:pt x="48" y="24"/>
                    </a:cubicBezTo>
                    <a:cubicBezTo>
                      <a:pt x="48" y="37"/>
                      <a:pt x="37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7" y="12"/>
                      <a:pt x="12" y="17"/>
                      <a:pt x="12" y="24"/>
                    </a:cubicBezTo>
                    <a:cubicBezTo>
                      <a:pt x="12" y="30"/>
                      <a:pt x="17" y="36"/>
                      <a:pt x="24" y="36"/>
                    </a:cubicBezTo>
                    <a:cubicBezTo>
                      <a:pt x="31" y="36"/>
                      <a:pt x="36" y="30"/>
                      <a:pt x="36" y="24"/>
                    </a:cubicBezTo>
                    <a:cubicBezTo>
                      <a:pt x="36" y="17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94" name="Freeform 45">
                <a:extLst>
                  <a:ext uri="{FF2B5EF4-FFF2-40B4-BE49-F238E27FC236}">
                    <a16:creationId xmlns:a16="http://schemas.microsoft.com/office/drawing/2014/main" id="{83501F01-A11A-4274-95D1-3B5698411A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02" y="726"/>
                <a:ext cx="74" cy="71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0"/>
                      <a:pt x="11" y="0"/>
                      <a:pt x="24" y="0"/>
                    </a:cubicBezTo>
                    <a:cubicBezTo>
                      <a:pt x="37" y="0"/>
                      <a:pt x="48" y="10"/>
                      <a:pt x="48" y="24"/>
                    </a:cubicBezTo>
                    <a:cubicBezTo>
                      <a:pt x="48" y="37"/>
                      <a:pt x="37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7" y="12"/>
                      <a:pt x="12" y="17"/>
                      <a:pt x="12" y="24"/>
                    </a:cubicBezTo>
                    <a:cubicBezTo>
                      <a:pt x="12" y="30"/>
                      <a:pt x="17" y="36"/>
                      <a:pt x="24" y="36"/>
                    </a:cubicBezTo>
                    <a:cubicBezTo>
                      <a:pt x="31" y="36"/>
                      <a:pt x="36" y="30"/>
                      <a:pt x="36" y="24"/>
                    </a:cubicBezTo>
                    <a:cubicBezTo>
                      <a:pt x="36" y="17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95" name="Freeform 46">
                <a:extLst>
                  <a:ext uri="{FF2B5EF4-FFF2-40B4-BE49-F238E27FC236}">
                    <a16:creationId xmlns:a16="http://schemas.microsoft.com/office/drawing/2014/main" id="{8EB003B3-37F1-48EA-8D18-DD1EB276A1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18" y="690"/>
                <a:ext cx="111" cy="107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6" y="72"/>
                      <a:pt x="0" y="55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5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2"/>
                      <a:pt x="12" y="36"/>
                    </a:cubicBezTo>
                    <a:cubicBezTo>
                      <a:pt x="12" y="49"/>
                      <a:pt x="23" y="60"/>
                      <a:pt x="36" y="60"/>
                    </a:cubicBezTo>
                    <a:cubicBezTo>
                      <a:pt x="49" y="60"/>
                      <a:pt x="60" y="49"/>
                      <a:pt x="60" y="36"/>
                    </a:cubicBezTo>
                    <a:cubicBezTo>
                      <a:pt x="60" y="22"/>
                      <a:pt x="49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9E8F591-EE16-44F9-9C61-4CF1C2D66C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272534" y="3944865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96" name="Group 122" descr="Discussion">
              <a:extLst>
                <a:ext uri="{FF2B5EF4-FFF2-40B4-BE49-F238E27FC236}">
                  <a16:creationId xmlns:a16="http://schemas.microsoft.com/office/drawing/2014/main" id="{8A6B86C3-37E4-40FF-8149-A145F887CD04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7138" y="4315989"/>
              <a:ext cx="496566" cy="484180"/>
              <a:chOff x="487" y="3214"/>
              <a:chExt cx="441" cy="430"/>
            </a:xfrm>
            <a:solidFill>
              <a:schemeClr val="accent1"/>
            </a:solidFill>
          </p:grpSpPr>
          <p:sp>
            <p:nvSpPr>
              <p:cNvPr id="197" name="Freeform 123">
                <a:extLst>
                  <a:ext uri="{FF2B5EF4-FFF2-40B4-BE49-F238E27FC236}">
                    <a16:creationId xmlns:a16="http://schemas.microsoft.com/office/drawing/2014/main" id="{2EB73228-5C67-456C-8839-CD4C7974297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9" y="3214"/>
                <a:ext cx="257" cy="233"/>
              </a:xfrm>
              <a:custGeom>
                <a:avLst/>
                <a:gdLst>
                  <a:gd name="T0" fmla="*/ 66 w 168"/>
                  <a:gd name="T1" fmla="*/ 156 h 156"/>
                  <a:gd name="T2" fmla="*/ 62 w 168"/>
                  <a:gd name="T3" fmla="*/ 154 h 156"/>
                  <a:gd name="T4" fmla="*/ 28 w 168"/>
                  <a:gd name="T5" fmla="*/ 120 h 156"/>
                  <a:gd name="T6" fmla="*/ 18 w 168"/>
                  <a:gd name="T7" fmla="*/ 120 h 156"/>
                  <a:gd name="T8" fmla="*/ 0 w 168"/>
                  <a:gd name="T9" fmla="*/ 102 h 156"/>
                  <a:gd name="T10" fmla="*/ 0 w 168"/>
                  <a:gd name="T11" fmla="*/ 18 h 156"/>
                  <a:gd name="T12" fmla="*/ 18 w 168"/>
                  <a:gd name="T13" fmla="*/ 0 h 156"/>
                  <a:gd name="T14" fmla="*/ 150 w 168"/>
                  <a:gd name="T15" fmla="*/ 0 h 156"/>
                  <a:gd name="T16" fmla="*/ 168 w 168"/>
                  <a:gd name="T17" fmla="*/ 18 h 156"/>
                  <a:gd name="T18" fmla="*/ 168 w 168"/>
                  <a:gd name="T19" fmla="*/ 102 h 156"/>
                  <a:gd name="T20" fmla="*/ 150 w 168"/>
                  <a:gd name="T21" fmla="*/ 120 h 156"/>
                  <a:gd name="T22" fmla="*/ 72 w 168"/>
                  <a:gd name="T23" fmla="*/ 120 h 156"/>
                  <a:gd name="T24" fmla="*/ 72 w 168"/>
                  <a:gd name="T25" fmla="*/ 150 h 156"/>
                  <a:gd name="T26" fmla="*/ 69 w 168"/>
                  <a:gd name="T27" fmla="*/ 156 h 156"/>
                  <a:gd name="T28" fmla="*/ 66 w 168"/>
                  <a:gd name="T29" fmla="*/ 156 h 156"/>
                  <a:gd name="T30" fmla="*/ 18 w 168"/>
                  <a:gd name="T31" fmla="*/ 12 h 156"/>
                  <a:gd name="T32" fmla="*/ 12 w 168"/>
                  <a:gd name="T33" fmla="*/ 18 h 156"/>
                  <a:gd name="T34" fmla="*/ 12 w 168"/>
                  <a:gd name="T35" fmla="*/ 102 h 156"/>
                  <a:gd name="T36" fmla="*/ 18 w 168"/>
                  <a:gd name="T37" fmla="*/ 108 h 156"/>
                  <a:gd name="T38" fmla="*/ 30 w 168"/>
                  <a:gd name="T39" fmla="*/ 108 h 156"/>
                  <a:gd name="T40" fmla="*/ 34 w 168"/>
                  <a:gd name="T41" fmla="*/ 110 h 156"/>
                  <a:gd name="T42" fmla="*/ 60 w 168"/>
                  <a:gd name="T43" fmla="*/ 136 h 156"/>
                  <a:gd name="T44" fmla="*/ 60 w 168"/>
                  <a:gd name="T45" fmla="*/ 114 h 156"/>
                  <a:gd name="T46" fmla="*/ 66 w 168"/>
                  <a:gd name="T47" fmla="*/ 108 h 156"/>
                  <a:gd name="T48" fmla="*/ 150 w 168"/>
                  <a:gd name="T49" fmla="*/ 108 h 156"/>
                  <a:gd name="T50" fmla="*/ 156 w 168"/>
                  <a:gd name="T51" fmla="*/ 102 h 156"/>
                  <a:gd name="T52" fmla="*/ 156 w 168"/>
                  <a:gd name="T53" fmla="*/ 18 h 156"/>
                  <a:gd name="T54" fmla="*/ 150 w 168"/>
                  <a:gd name="T55" fmla="*/ 12 h 156"/>
                  <a:gd name="T56" fmla="*/ 18 w 168"/>
                  <a:gd name="T57" fmla="*/ 12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8" h="156">
                    <a:moveTo>
                      <a:pt x="66" y="156"/>
                    </a:moveTo>
                    <a:cubicBezTo>
                      <a:pt x="65" y="156"/>
                      <a:pt x="63" y="156"/>
                      <a:pt x="62" y="154"/>
                    </a:cubicBezTo>
                    <a:cubicBezTo>
                      <a:pt x="28" y="120"/>
                      <a:pt x="28" y="120"/>
                      <a:pt x="28" y="120"/>
                    </a:cubicBezTo>
                    <a:cubicBezTo>
                      <a:pt x="18" y="120"/>
                      <a:pt x="18" y="120"/>
                      <a:pt x="18" y="120"/>
                    </a:cubicBezTo>
                    <a:cubicBezTo>
                      <a:pt x="8" y="120"/>
                      <a:pt x="0" y="112"/>
                      <a:pt x="0" y="102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60" y="0"/>
                      <a:pt x="168" y="8"/>
                      <a:pt x="168" y="18"/>
                    </a:cubicBezTo>
                    <a:cubicBezTo>
                      <a:pt x="168" y="102"/>
                      <a:pt x="168" y="102"/>
                      <a:pt x="168" y="102"/>
                    </a:cubicBezTo>
                    <a:cubicBezTo>
                      <a:pt x="168" y="112"/>
                      <a:pt x="160" y="120"/>
                      <a:pt x="150" y="120"/>
                    </a:cubicBezTo>
                    <a:cubicBezTo>
                      <a:pt x="72" y="120"/>
                      <a:pt x="72" y="120"/>
                      <a:pt x="72" y="120"/>
                    </a:cubicBezTo>
                    <a:cubicBezTo>
                      <a:pt x="72" y="150"/>
                      <a:pt x="72" y="150"/>
                      <a:pt x="72" y="150"/>
                    </a:cubicBezTo>
                    <a:cubicBezTo>
                      <a:pt x="72" y="153"/>
                      <a:pt x="71" y="155"/>
                      <a:pt x="69" y="156"/>
                    </a:cubicBezTo>
                    <a:cubicBezTo>
                      <a:pt x="68" y="156"/>
                      <a:pt x="67" y="156"/>
                      <a:pt x="66" y="156"/>
                    </a:cubicBezTo>
                    <a:close/>
                    <a:moveTo>
                      <a:pt x="18" y="12"/>
                    </a:moveTo>
                    <a:cubicBezTo>
                      <a:pt x="15" y="12"/>
                      <a:pt x="12" y="15"/>
                      <a:pt x="12" y="18"/>
                    </a:cubicBezTo>
                    <a:cubicBezTo>
                      <a:pt x="12" y="102"/>
                      <a:pt x="12" y="102"/>
                      <a:pt x="12" y="102"/>
                    </a:cubicBezTo>
                    <a:cubicBezTo>
                      <a:pt x="12" y="105"/>
                      <a:pt x="15" y="108"/>
                      <a:pt x="18" y="108"/>
                    </a:cubicBezTo>
                    <a:cubicBezTo>
                      <a:pt x="30" y="108"/>
                      <a:pt x="30" y="108"/>
                      <a:pt x="30" y="108"/>
                    </a:cubicBezTo>
                    <a:cubicBezTo>
                      <a:pt x="32" y="108"/>
                      <a:pt x="33" y="109"/>
                      <a:pt x="34" y="110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114"/>
                      <a:pt x="60" y="114"/>
                      <a:pt x="60" y="114"/>
                    </a:cubicBezTo>
                    <a:cubicBezTo>
                      <a:pt x="60" y="111"/>
                      <a:pt x="63" y="108"/>
                      <a:pt x="66" y="108"/>
                    </a:cubicBezTo>
                    <a:cubicBezTo>
                      <a:pt x="150" y="108"/>
                      <a:pt x="150" y="108"/>
                      <a:pt x="150" y="108"/>
                    </a:cubicBezTo>
                    <a:cubicBezTo>
                      <a:pt x="154" y="108"/>
                      <a:pt x="156" y="105"/>
                      <a:pt x="156" y="102"/>
                    </a:cubicBezTo>
                    <a:cubicBezTo>
                      <a:pt x="156" y="18"/>
                      <a:pt x="156" y="18"/>
                      <a:pt x="156" y="18"/>
                    </a:cubicBezTo>
                    <a:cubicBezTo>
                      <a:pt x="156" y="15"/>
                      <a:pt x="154" y="12"/>
                      <a:pt x="150" y="12"/>
                    </a:cubicBezTo>
                    <a:lnTo>
                      <a:pt x="18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98" name="Freeform 124">
                <a:extLst>
                  <a:ext uri="{FF2B5EF4-FFF2-40B4-BE49-F238E27FC236}">
                    <a16:creationId xmlns:a16="http://schemas.microsoft.com/office/drawing/2014/main" id="{7EB31865-1DA7-4E73-A9D6-5AEBFBBCBCE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0" y="3411"/>
                <a:ext cx="110" cy="108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6" y="72"/>
                      <a:pt x="0" y="5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6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3"/>
                      <a:pt x="12" y="36"/>
                    </a:cubicBezTo>
                    <a:cubicBezTo>
                      <a:pt x="12" y="50"/>
                      <a:pt x="23" y="60"/>
                      <a:pt x="36" y="60"/>
                    </a:cubicBezTo>
                    <a:cubicBezTo>
                      <a:pt x="49" y="60"/>
                      <a:pt x="60" y="50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99" name="Freeform 125">
                <a:extLst>
                  <a:ext uri="{FF2B5EF4-FFF2-40B4-BE49-F238E27FC236}">
                    <a16:creationId xmlns:a16="http://schemas.microsoft.com/office/drawing/2014/main" id="{B94A6B8E-7DD3-42E9-A3E6-6A182BF809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63" y="3501"/>
                <a:ext cx="165" cy="89"/>
              </a:xfrm>
              <a:custGeom>
                <a:avLst/>
                <a:gdLst>
                  <a:gd name="T0" fmla="*/ 102 w 108"/>
                  <a:gd name="T1" fmla="*/ 60 h 60"/>
                  <a:gd name="T2" fmla="*/ 6 w 108"/>
                  <a:gd name="T3" fmla="*/ 60 h 60"/>
                  <a:gd name="T4" fmla="*/ 0 w 108"/>
                  <a:gd name="T5" fmla="*/ 54 h 60"/>
                  <a:gd name="T6" fmla="*/ 54 w 108"/>
                  <a:gd name="T7" fmla="*/ 0 h 60"/>
                  <a:gd name="T8" fmla="*/ 108 w 108"/>
                  <a:gd name="T9" fmla="*/ 54 h 60"/>
                  <a:gd name="T10" fmla="*/ 102 w 108"/>
                  <a:gd name="T11" fmla="*/ 60 h 60"/>
                  <a:gd name="T12" fmla="*/ 13 w 108"/>
                  <a:gd name="T13" fmla="*/ 48 h 60"/>
                  <a:gd name="T14" fmla="*/ 96 w 108"/>
                  <a:gd name="T15" fmla="*/ 48 h 60"/>
                  <a:gd name="T16" fmla="*/ 54 w 108"/>
                  <a:gd name="T17" fmla="*/ 12 h 60"/>
                  <a:gd name="T18" fmla="*/ 13 w 108"/>
                  <a:gd name="T19" fmla="*/ 48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60">
                    <a:moveTo>
                      <a:pt x="10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8"/>
                      <a:pt x="0" y="54"/>
                    </a:cubicBezTo>
                    <a:cubicBezTo>
                      <a:pt x="0" y="25"/>
                      <a:pt x="24" y="0"/>
                      <a:pt x="54" y="0"/>
                    </a:cubicBezTo>
                    <a:cubicBezTo>
                      <a:pt x="84" y="0"/>
                      <a:pt x="108" y="25"/>
                      <a:pt x="108" y="54"/>
                    </a:cubicBezTo>
                    <a:cubicBezTo>
                      <a:pt x="108" y="58"/>
                      <a:pt x="106" y="60"/>
                      <a:pt x="102" y="60"/>
                    </a:cubicBezTo>
                    <a:close/>
                    <a:moveTo>
                      <a:pt x="13" y="48"/>
                    </a:moveTo>
                    <a:cubicBezTo>
                      <a:pt x="96" y="48"/>
                      <a:pt x="96" y="48"/>
                      <a:pt x="96" y="48"/>
                    </a:cubicBezTo>
                    <a:cubicBezTo>
                      <a:pt x="93" y="28"/>
                      <a:pt x="75" y="12"/>
                      <a:pt x="54" y="12"/>
                    </a:cubicBezTo>
                    <a:cubicBezTo>
                      <a:pt x="33" y="12"/>
                      <a:pt x="16" y="28"/>
                      <a:pt x="13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0" name="Freeform 126">
                <a:extLst>
                  <a:ext uri="{FF2B5EF4-FFF2-40B4-BE49-F238E27FC236}">
                    <a16:creationId xmlns:a16="http://schemas.microsoft.com/office/drawing/2014/main" id="{A0E2293A-770F-4E64-B34F-DF39820644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5" y="3411"/>
                <a:ext cx="110" cy="108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6" y="72"/>
                      <a:pt x="0" y="5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6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3"/>
                      <a:pt x="12" y="36"/>
                    </a:cubicBezTo>
                    <a:cubicBezTo>
                      <a:pt x="12" y="50"/>
                      <a:pt x="23" y="60"/>
                      <a:pt x="36" y="60"/>
                    </a:cubicBezTo>
                    <a:cubicBezTo>
                      <a:pt x="49" y="60"/>
                      <a:pt x="60" y="50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1" name="Freeform 127">
                <a:extLst>
                  <a:ext uri="{FF2B5EF4-FFF2-40B4-BE49-F238E27FC236}">
                    <a16:creationId xmlns:a16="http://schemas.microsoft.com/office/drawing/2014/main" id="{B06BE88C-27B4-476B-844E-DA21CFBDB3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7" y="3501"/>
                <a:ext cx="165" cy="89"/>
              </a:xfrm>
              <a:custGeom>
                <a:avLst/>
                <a:gdLst>
                  <a:gd name="T0" fmla="*/ 102 w 108"/>
                  <a:gd name="T1" fmla="*/ 60 h 60"/>
                  <a:gd name="T2" fmla="*/ 6 w 108"/>
                  <a:gd name="T3" fmla="*/ 60 h 60"/>
                  <a:gd name="T4" fmla="*/ 0 w 108"/>
                  <a:gd name="T5" fmla="*/ 54 h 60"/>
                  <a:gd name="T6" fmla="*/ 54 w 108"/>
                  <a:gd name="T7" fmla="*/ 0 h 60"/>
                  <a:gd name="T8" fmla="*/ 108 w 108"/>
                  <a:gd name="T9" fmla="*/ 54 h 60"/>
                  <a:gd name="T10" fmla="*/ 102 w 108"/>
                  <a:gd name="T11" fmla="*/ 60 h 60"/>
                  <a:gd name="T12" fmla="*/ 13 w 108"/>
                  <a:gd name="T13" fmla="*/ 48 h 60"/>
                  <a:gd name="T14" fmla="*/ 96 w 108"/>
                  <a:gd name="T15" fmla="*/ 48 h 60"/>
                  <a:gd name="T16" fmla="*/ 54 w 108"/>
                  <a:gd name="T17" fmla="*/ 12 h 60"/>
                  <a:gd name="T18" fmla="*/ 13 w 108"/>
                  <a:gd name="T19" fmla="*/ 48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60">
                    <a:moveTo>
                      <a:pt x="10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8"/>
                      <a:pt x="0" y="54"/>
                    </a:cubicBezTo>
                    <a:cubicBezTo>
                      <a:pt x="0" y="25"/>
                      <a:pt x="24" y="0"/>
                      <a:pt x="54" y="0"/>
                    </a:cubicBezTo>
                    <a:cubicBezTo>
                      <a:pt x="84" y="0"/>
                      <a:pt x="108" y="25"/>
                      <a:pt x="108" y="54"/>
                    </a:cubicBezTo>
                    <a:cubicBezTo>
                      <a:pt x="108" y="58"/>
                      <a:pt x="106" y="60"/>
                      <a:pt x="102" y="60"/>
                    </a:cubicBezTo>
                    <a:close/>
                    <a:moveTo>
                      <a:pt x="13" y="48"/>
                    </a:moveTo>
                    <a:cubicBezTo>
                      <a:pt x="96" y="48"/>
                      <a:pt x="96" y="48"/>
                      <a:pt x="96" y="48"/>
                    </a:cubicBezTo>
                    <a:cubicBezTo>
                      <a:pt x="93" y="28"/>
                      <a:pt x="75" y="12"/>
                      <a:pt x="54" y="12"/>
                    </a:cubicBezTo>
                    <a:cubicBezTo>
                      <a:pt x="33" y="12"/>
                      <a:pt x="16" y="28"/>
                      <a:pt x="13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2" name="Freeform 128">
                <a:extLst>
                  <a:ext uri="{FF2B5EF4-FFF2-40B4-BE49-F238E27FC236}">
                    <a16:creationId xmlns:a16="http://schemas.microsoft.com/office/drawing/2014/main" id="{5F9A5221-8763-4A40-8781-F5627F9FCFB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2" y="3465"/>
                <a:ext cx="111" cy="107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6" y="72"/>
                      <a:pt x="0" y="5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6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3"/>
                      <a:pt x="12" y="36"/>
                    </a:cubicBezTo>
                    <a:cubicBezTo>
                      <a:pt x="12" y="50"/>
                      <a:pt x="23" y="60"/>
                      <a:pt x="36" y="60"/>
                    </a:cubicBezTo>
                    <a:cubicBezTo>
                      <a:pt x="49" y="60"/>
                      <a:pt x="60" y="50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3" name="Freeform 129">
                <a:extLst>
                  <a:ext uri="{FF2B5EF4-FFF2-40B4-BE49-F238E27FC236}">
                    <a16:creationId xmlns:a16="http://schemas.microsoft.com/office/drawing/2014/main" id="{DB704C73-B463-4495-999A-90283DD821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5" y="3554"/>
                <a:ext cx="165" cy="90"/>
              </a:xfrm>
              <a:custGeom>
                <a:avLst/>
                <a:gdLst>
                  <a:gd name="T0" fmla="*/ 102 w 108"/>
                  <a:gd name="T1" fmla="*/ 60 h 60"/>
                  <a:gd name="T2" fmla="*/ 6 w 108"/>
                  <a:gd name="T3" fmla="*/ 60 h 60"/>
                  <a:gd name="T4" fmla="*/ 0 w 108"/>
                  <a:gd name="T5" fmla="*/ 54 h 60"/>
                  <a:gd name="T6" fmla="*/ 54 w 108"/>
                  <a:gd name="T7" fmla="*/ 0 h 60"/>
                  <a:gd name="T8" fmla="*/ 108 w 108"/>
                  <a:gd name="T9" fmla="*/ 54 h 60"/>
                  <a:gd name="T10" fmla="*/ 102 w 108"/>
                  <a:gd name="T11" fmla="*/ 60 h 60"/>
                  <a:gd name="T12" fmla="*/ 13 w 108"/>
                  <a:gd name="T13" fmla="*/ 48 h 60"/>
                  <a:gd name="T14" fmla="*/ 96 w 108"/>
                  <a:gd name="T15" fmla="*/ 48 h 60"/>
                  <a:gd name="T16" fmla="*/ 54 w 108"/>
                  <a:gd name="T17" fmla="*/ 12 h 60"/>
                  <a:gd name="T18" fmla="*/ 13 w 108"/>
                  <a:gd name="T19" fmla="*/ 48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60">
                    <a:moveTo>
                      <a:pt x="10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8"/>
                      <a:pt x="0" y="54"/>
                    </a:cubicBezTo>
                    <a:cubicBezTo>
                      <a:pt x="0" y="25"/>
                      <a:pt x="24" y="0"/>
                      <a:pt x="54" y="0"/>
                    </a:cubicBezTo>
                    <a:cubicBezTo>
                      <a:pt x="84" y="0"/>
                      <a:pt x="108" y="25"/>
                      <a:pt x="108" y="54"/>
                    </a:cubicBezTo>
                    <a:cubicBezTo>
                      <a:pt x="108" y="58"/>
                      <a:pt x="106" y="60"/>
                      <a:pt x="102" y="60"/>
                    </a:cubicBezTo>
                    <a:close/>
                    <a:moveTo>
                      <a:pt x="13" y="48"/>
                    </a:moveTo>
                    <a:cubicBezTo>
                      <a:pt x="96" y="48"/>
                      <a:pt x="96" y="48"/>
                      <a:pt x="96" y="48"/>
                    </a:cubicBezTo>
                    <a:cubicBezTo>
                      <a:pt x="93" y="28"/>
                      <a:pt x="75" y="12"/>
                      <a:pt x="54" y="12"/>
                    </a:cubicBezTo>
                    <a:cubicBezTo>
                      <a:pt x="33" y="12"/>
                      <a:pt x="16" y="28"/>
                      <a:pt x="13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4" name="Freeform 130">
                <a:extLst>
                  <a:ext uri="{FF2B5EF4-FFF2-40B4-BE49-F238E27FC236}">
                    <a16:creationId xmlns:a16="http://schemas.microsoft.com/office/drawing/2014/main" id="{0717D5BC-EC30-41C7-82D1-C60383148E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" y="3250"/>
                <a:ext cx="147" cy="18"/>
              </a:xfrm>
              <a:custGeom>
                <a:avLst/>
                <a:gdLst>
                  <a:gd name="T0" fmla="*/ 90 w 96"/>
                  <a:gd name="T1" fmla="*/ 12 h 12"/>
                  <a:gd name="T2" fmla="*/ 6 w 96"/>
                  <a:gd name="T3" fmla="*/ 12 h 12"/>
                  <a:gd name="T4" fmla="*/ 0 w 96"/>
                  <a:gd name="T5" fmla="*/ 6 h 12"/>
                  <a:gd name="T6" fmla="*/ 6 w 96"/>
                  <a:gd name="T7" fmla="*/ 0 h 12"/>
                  <a:gd name="T8" fmla="*/ 90 w 96"/>
                  <a:gd name="T9" fmla="*/ 0 h 12"/>
                  <a:gd name="T10" fmla="*/ 96 w 96"/>
                  <a:gd name="T11" fmla="*/ 6 h 12"/>
                  <a:gd name="T12" fmla="*/ 90 w 96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12">
                    <a:moveTo>
                      <a:pt x="90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3" y="0"/>
                      <a:pt x="96" y="3"/>
                      <a:pt x="96" y="6"/>
                    </a:cubicBezTo>
                    <a:cubicBezTo>
                      <a:pt x="96" y="9"/>
                      <a:pt x="93" y="12"/>
                      <a:pt x="9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5" name="Freeform 131">
                <a:extLst>
                  <a:ext uri="{FF2B5EF4-FFF2-40B4-BE49-F238E27FC236}">
                    <a16:creationId xmlns:a16="http://schemas.microsoft.com/office/drawing/2014/main" id="{F3814C3B-4CBC-42F1-82FD-9B2562E2CE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" y="3286"/>
                <a:ext cx="147" cy="18"/>
              </a:xfrm>
              <a:custGeom>
                <a:avLst/>
                <a:gdLst>
                  <a:gd name="T0" fmla="*/ 90 w 96"/>
                  <a:gd name="T1" fmla="*/ 12 h 12"/>
                  <a:gd name="T2" fmla="*/ 6 w 96"/>
                  <a:gd name="T3" fmla="*/ 12 h 12"/>
                  <a:gd name="T4" fmla="*/ 0 w 96"/>
                  <a:gd name="T5" fmla="*/ 6 h 12"/>
                  <a:gd name="T6" fmla="*/ 6 w 96"/>
                  <a:gd name="T7" fmla="*/ 0 h 12"/>
                  <a:gd name="T8" fmla="*/ 90 w 96"/>
                  <a:gd name="T9" fmla="*/ 0 h 12"/>
                  <a:gd name="T10" fmla="*/ 96 w 96"/>
                  <a:gd name="T11" fmla="*/ 6 h 12"/>
                  <a:gd name="T12" fmla="*/ 90 w 96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12">
                    <a:moveTo>
                      <a:pt x="90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3" y="0"/>
                      <a:pt x="96" y="3"/>
                      <a:pt x="96" y="6"/>
                    </a:cubicBezTo>
                    <a:cubicBezTo>
                      <a:pt x="96" y="9"/>
                      <a:pt x="93" y="12"/>
                      <a:pt x="9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6" name="Freeform 132">
                <a:extLst>
                  <a:ext uri="{FF2B5EF4-FFF2-40B4-BE49-F238E27FC236}">
                    <a16:creationId xmlns:a16="http://schemas.microsoft.com/office/drawing/2014/main" id="{B5F709DD-4326-42F3-B395-52EBB84C56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" y="3322"/>
                <a:ext cx="147" cy="17"/>
              </a:xfrm>
              <a:custGeom>
                <a:avLst/>
                <a:gdLst>
                  <a:gd name="T0" fmla="*/ 90 w 96"/>
                  <a:gd name="T1" fmla="*/ 12 h 12"/>
                  <a:gd name="T2" fmla="*/ 6 w 96"/>
                  <a:gd name="T3" fmla="*/ 12 h 12"/>
                  <a:gd name="T4" fmla="*/ 0 w 96"/>
                  <a:gd name="T5" fmla="*/ 6 h 12"/>
                  <a:gd name="T6" fmla="*/ 6 w 96"/>
                  <a:gd name="T7" fmla="*/ 0 h 12"/>
                  <a:gd name="T8" fmla="*/ 90 w 96"/>
                  <a:gd name="T9" fmla="*/ 0 h 12"/>
                  <a:gd name="T10" fmla="*/ 96 w 96"/>
                  <a:gd name="T11" fmla="*/ 6 h 12"/>
                  <a:gd name="T12" fmla="*/ 90 w 96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12">
                    <a:moveTo>
                      <a:pt x="90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3" y="0"/>
                      <a:pt x="96" y="3"/>
                      <a:pt x="96" y="6"/>
                    </a:cubicBezTo>
                    <a:cubicBezTo>
                      <a:pt x="96" y="9"/>
                      <a:pt x="93" y="12"/>
                      <a:pt x="9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3C77BA7-E1D9-4A4E-BB92-6BB23F6F7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40361" y="3944865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73" name="Group 83" descr="Lightbulb with Person">
              <a:extLst>
                <a:ext uri="{FF2B5EF4-FFF2-40B4-BE49-F238E27FC236}">
                  <a16:creationId xmlns:a16="http://schemas.microsoft.com/office/drawing/2014/main" id="{1F63AE7A-2F8F-4B01-B846-8821310A5E1F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959261" y="4300132"/>
              <a:ext cx="479568" cy="490720"/>
              <a:chOff x="1580" y="1910"/>
              <a:chExt cx="387" cy="396"/>
            </a:xfrm>
            <a:solidFill>
              <a:schemeClr val="accent4"/>
            </a:solidFill>
          </p:grpSpPr>
          <p:sp>
            <p:nvSpPr>
              <p:cNvPr id="274" name="Freeform 84">
                <a:extLst>
                  <a:ext uri="{FF2B5EF4-FFF2-40B4-BE49-F238E27FC236}">
                    <a16:creationId xmlns:a16="http://schemas.microsoft.com/office/drawing/2014/main" id="{886A17B4-0B78-4205-93CC-4CB9CAB3E1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55" y="1982"/>
                <a:ext cx="238" cy="252"/>
              </a:xfrm>
              <a:custGeom>
                <a:avLst/>
                <a:gdLst>
                  <a:gd name="T0" fmla="*/ 0 w 156"/>
                  <a:gd name="T1" fmla="*/ 78 h 169"/>
                  <a:gd name="T2" fmla="*/ 54 w 156"/>
                  <a:gd name="T3" fmla="*/ 163 h 169"/>
                  <a:gd name="T4" fmla="*/ 96 w 156"/>
                  <a:gd name="T5" fmla="*/ 169 h 169"/>
                  <a:gd name="T6" fmla="*/ 102 w 156"/>
                  <a:gd name="T7" fmla="*/ 153 h 169"/>
                  <a:gd name="T8" fmla="*/ 78 w 156"/>
                  <a:gd name="T9" fmla="*/ 0 h 169"/>
                  <a:gd name="T10" fmla="*/ 90 w 156"/>
                  <a:gd name="T11" fmla="*/ 148 h 169"/>
                  <a:gd name="T12" fmla="*/ 66 w 156"/>
                  <a:gd name="T13" fmla="*/ 157 h 169"/>
                  <a:gd name="T14" fmla="*/ 61 w 156"/>
                  <a:gd name="T15" fmla="*/ 142 h 169"/>
                  <a:gd name="T16" fmla="*/ 63 w 156"/>
                  <a:gd name="T17" fmla="*/ 133 h 169"/>
                  <a:gd name="T18" fmla="*/ 67 w 156"/>
                  <a:gd name="T19" fmla="*/ 110 h 169"/>
                  <a:gd name="T20" fmla="*/ 58 w 156"/>
                  <a:gd name="T21" fmla="*/ 89 h 169"/>
                  <a:gd name="T22" fmla="*/ 53 w 156"/>
                  <a:gd name="T23" fmla="*/ 78 h 169"/>
                  <a:gd name="T24" fmla="*/ 56 w 156"/>
                  <a:gd name="T25" fmla="*/ 67 h 169"/>
                  <a:gd name="T26" fmla="*/ 55 w 156"/>
                  <a:gd name="T27" fmla="*/ 57 h 169"/>
                  <a:gd name="T28" fmla="*/ 82 w 156"/>
                  <a:gd name="T29" fmla="*/ 44 h 169"/>
                  <a:gd name="T30" fmla="*/ 99 w 156"/>
                  <a:gd name="T31" fmla="*/ 67 h 169"/>
                  <a:gd name="T32" fmla="*/ 102 w 156"/>
                  <a:gd name="T33" fmla="*/ 78 h 169"/>
                  <a:gd name="T34" fmla="*/ 102 w 156"/>
                  <a:gd name="T35" fmla="*/ 83 h 169"/>
                  <a:gd name="T36" fmla="*/ 92 w 156"/>
                  <a:gd name="T37" fmla="*/ 105 h 169"/>
                  <a:gd name="T38" fmla="*/ 89 w 156"/>
                  <a:gd name="T39" fmla="*/ 127 h 169"/>
                  <a:gd name="T40" fmla="*/ 105 w 156"/>
                  <a:gd name="T41" fmla="*/ 138 h 169"/>
                  <a:gd name="T42" fmla="*/ 118 w 156"/>
                  <a:gd name="T43" fmla="*/ 131 h 169"/>
                  <a:gd name="T44" fmla="*/ 100 w 156"/>
                  <a:gd name="T45" fmla="*/ 114 h 169"/>
                  <a:gd name="T46" fmla="*/ 114 w 156"/>
                  <a:gd name="T47" fmla="*/ 80 h 169"/>
                  <a:gd name="T48" fmla="*/ 111 w 156"/>
                  <a:gd name="T49" fmla="*/ 69 h 169"/>
                  <a:gd name="T50" fmla="*/ 82 w 156"/>
                  <a:gd name="T51" fmla="*/ 33 h 169"/>
                  <a:gd name="T52" fmla="*/ 44 w 156"/>
                  <a:gd name="T53" fmla="*/ 49 h 169"/>
                  <a:gd name="T54" fmla="*/ 43 w 156"/>
                  <a:gd name="T55" fmla="*/ 71 h 169"/>
                  <a:gd name="T56" fmla="*/ 46 w 156"/>
                  <a:gd name="T57" fmla="*/ 93 h 169"/>
                  <a:gd name="T58" fmla="*/ 55 w 156"/>
                  <a:gd name="T59" fmla="*/ 123 h 169"/>
                  <a:gd name="T60" fmla="*/ 12 w 156"/>
                  <a:gd name="T61" fmla="*/ 78 h 169"/>
                  <a:gd name="T62" fmla="*/ 144 w 156"/>
                  <a:gd name="T63" fmla="*/ 7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6" h="169">
                    <a:moveTo>
                      <a:pt x="78" y="0"/>
                    </a:moveTo>
                    <a:cubicBezTo>
                      <a:pt x="35" y="0"/>
                      <a:pt x="0" y="35"/>
                      <a:pt x="0" y="78"/>
                    </a:cubicBezTo>
                    <a:cubicBezTo>
                      <a:pt x="0" y="112"/>
                      <a:pt x="22" y="142"/>
                      <a:pt x="54" y="153"/>
                    </a:cubicBez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66"/>
                      <a:pt x="56" y="169"/>
                      <a:pt x="60" y="169"/>
                    </a:cubicBezTo>
                    <a:cubicBezTo>
                      <a:pt x="96" y="169"/>
                      <a:pt x="96" y="169"/>
                      <a:pt x="96" y="169"/>
                    </a:cubicBezTo>
                    <a:cubicBezTo>
                      <a:pt x="99" y="169"/>
                      <a:pt x="102" y="166"/>
                      <a:pt x="102" y="163"/>
                    </a:cubicBezTo>
                    <a:cubicBezTo>
                      <a:pt x="102" y="153"/>
                      <a:pt x="102" y="153"/>
                      <a:pt x="102" y="153"/>
                    </a:cubicBezTo>
                    <a:cubicBezTo>
                      <a:pt x="134" y="142"/>
                      <a:pt x="156" y="112"/>
                      <a:pt x="156" y="78"/>
                    </a:cubicBezTo>
                    <a:cubicBezTo>
                      <a:pt x="156" y="35"/>
                      <a:pt x="121" y="0"/>
                      <a:pt x="78" y="0"/>
                    </a:cubicBezTo>
                    <a:close/>
                    <a:moveTo>
                      <a:pt x="94" y="142"/>
                    </a:moveTo>
                    <a:cubicBezTo>
                      <a:pt x="92" y="143"/>
                      <a:pt x="90" y="145"/>
                      <a:pt x="90" y="148"/>
                    </a:cubicBezTo>
                    <a:cubicBezTo>
                      <a:pt x="90" y="157"/>
                      <a:pt x="90" y="157"/>
                      <a:pt x="90" y="157"/>
                    </a:cubicBezTo>
                    <a:cubicBezTo>
                      <a:pt x="66" y="157"/>
                      <a:pt x="66" y="157"/>
                      <a:pt x="66" y="157"/>
                    </a:cubicBezTo>
                    <a:cubicBezTo>
                      <a:pt x="66" y="148"/>
                      <a:pt x="66" y="148"/>
                      <a:pt x="66" y="148"/>
                    </a:cubicBezTo>
                    <a:cubicBezTo>
                      <a:pt x="66" y="145"/>
                      <a:pt x="64" y="143"/>
                      <a:pt x="61" y="142"/>
                    </a:cubicBezTo>
                    <a:cubicBezTo>
                      <a:pt x="57" y="141"/>
                      <a:pt x="54" y="140"/>
                      <a:pt x="50" y="138"/>
                    </a:cubicBezTo>
                    <a:cubicBezTo>
                      <a:pt x="54" y="136"/>
                      <a:pt x="59" y="135"/>
                      <a:pt x="63" y="133"/>
                    </a:cubicBezTo>
                    <a:cubicBezTo>
                      <a:pt x="65" y="132"/>
                      <a:pt x="67" y="130"/>
                      <a:pt x="67" y="127"/>
                    </a:cubicBezTo>
                    <a:cubicBezTo>
                      <a:pt x="67" y="110"/>
                      <a:pt x="67" y="110"/>
                      <a:pt x="67" y="110"/>
                    </a:cubicBezTo>
                    <a:cubicBezTo>
                      <a:pt x="67" y="108"/>
                      <a:pt x="65" y="106"/>
                      <a:pt x="63" y="105"/>
                    </a:cubicBezTo>
                    <a:cubicBezTo>
                      <a:pt x="63" y="105"/>
                      <a:pt x="58" y="102"/>
                      <a:pt x="58" y="89"/>
                    </a:cubicBezTo>
                    <a:cubicBezTo>
                      <a:pt x="58" y="86"/>
                      <a:pt x="56" y="84"/>
                      <a:pt x="54" y="84"/>
                    </a:cubicBezTo>
                    <a:cubicBezTo>
                      <a:pt x="53" y="83"/>
                      <a:pt x="52" y="80"/>
                      <a:pt x="53" y="78"/>
                    </a:cubicBezTo>
                    <a:cubicBezTo>
                      <a:pt x="56" y="78"/>
                      <a:pt x="58" y="75"/>
                      <a:pt x="58" y="72"/>
                    </a:cubicBezTo>
                    <a:cubicBezTo>
                      <a:pt x="58" y="71"/>
                      <a:pt x="58" y="69"/>
                      <a:pt x="56" y="67"/>
                    </a:cubicBezTo>
                    <a:cubicBezTo>
                      <a:pt x="54" y="60"/>
                      <a:pt x="53" y="58"/>
                      <a:pt x="53" y="57"/>
                    </a:cubicBezTo>
                    <a:cubicBezTo>
                      <a:pt x="54" y="57"/>
                      <a:pt x="54" y="57"/>
                      <a:pt x="55" y="57"/>
                    </a:cubicBezTo>
                    <a:cubicBezTo>
                      <a:pt x="58" y="58"/>
                      <a:pt x="61" y="56"/>
                      <a:pt x="62" y="53"/>
                    </a:cubicBezTo>
                    <a:cubicBezTo>
                      <a:pt x="63" y="48"/>
                      <a:pt x="72" y="44"/>
                      <a:pt x="82" y="44"/>
                    </a:cubicBezTo>
                    <a:cubicBezTo>
                      <a:pt x="92" y="44"/>
                      <a:pt x="100" y="48"/>
                      <a:pt x="102" y="53"/>
                    </a:cubicBezTo>
                    <a:cubicBezTo>
                      <a:pt x="103" y="58"/>
                      <a:pt x="100" y="64"/>
                      <a:pt x="99" y="67"/>
                    </a:cubicBezTo>
                    <a:cubicBezTo>
                      <a:pt x="98" y="69"/>
                      <a:pt x="97" y="71"/>
                      <a:pt x="97" y="72"/>
                    </a:cubicBezTo>
                    <a:cubicBezTo>
                      <a:pt x="97" y="75"/>
                      <a:pt x="100" y="78"/>
                      <a:pt x="102" y="78"/>
                    </a:cubicBezTo>
                    <a:cubicBezTo>
                      <a:pt x="103" y="78"/>
                      <a:pt x="103" y="79"/>
                      <a:pt x="103" y="79"/>
                    </a:cubicBezTo>
                    <a:cubicBezTo>
                      <a:pt x="103" y="81"/>
                      <a:pt x="102" y="82"/>
                      <a:pt x="102" y="83"/>
                    </a:cubicBezTo>
                    <a:cubicBezTo>
                      <a:pt x="99" y="84"/>
                      <a:pt x="97" y="86"/>
                      <a:pt x="97" y="89"/>
                    </a:cubicBezTo>
                    <a:cubicBezTo>
                      <a:pt x="97" y="101"/>
                      <a:pt x="93" y="104"/>
                      <a:pt x="92" y="105"/>
                    </a:cubicBezTo>
                    <a:cubicBezTo>
                      <a:pt x="90" y="106"/>
                      <a:pt x="89" y="108"/>
                      <a:pt x="89" y="110"/>
                    </a:cubicBezTo>
                    <a:cubicBezTo>
                      <a:pt x="89" y="127"/>
                      <a:pt x="89" y="127"/>
                      <a:pt x="89" y="127"/>
                    </a:cubicBezTo>
                    <a:cubicBezTo>
                      <a:pt x="89" y="130"/>
                      <a:pt x="90" y="132"/>
                      <a:pt x="92" y="133"/>
                    </a:cubicBezTo>
                    <a:cubicBezTo>
                      <a:pt x="97" y="135"/>
                      <a:pt x="101" y="136"/>
                      <a:pt x="105" y="138"/>
                    </a:cubicBezTo>
                    <a:cubicBezTo>
                      <a:pt x="102" y="140"/>
                      <a:pt x="98" y="141"/>
                      <a:pt x="94" y="142"/>
                    </a:cubicBezTo>
                    <a:close/>
                    <a:moveTo>
                      <a:pt x="118" y="131"/>
                    </a:moveTo>
                    <a:cubicBezTo>
                      <a:pt x="112" y="128"/>
                      <a:pt x="106" y="126"/>
                      <a:pt x="100" y="123"/>
                    </a:cubicBezTo>
                    <a:cubicBezTo>
                      <a:pt x="100" y="114"/>
                      <a:pt x="100" y="114"/>
                      <a:pt x="100" y="114"/>
                    </a:cubicBezTo>
                    <a:cubicBezTo>
                      <a:pt x="104" y="111"/>
                      <a:pt x="108" y="105"/>
                      <a:pt x="109" y="93"/>
                    </a:cubicBezTo>
                    <a:cubicBezTo>
                      <a:pt x="112" y="90"/>
                      <a:pt x="114" y="85"/>
                      <a:pt x="114" y="80"/>
                    </a:cubicBezTo>
                    <a:cubicBezTo>
                      <a:pt x="114" y="76"/>
                      <a:pt x="114" y="74"/>
                      <a:pt x="112" y="71"/>
                    </a:cubicBezTo>
                    <a:cubicBezTo>
                      <a:pt x="112" y="71"/>
                      <a:pt x="111" y="70"/>
                      <a:pt x="111" y="69"/>
                    </a:cubicBezTo>
                    <a:cubicBezTo>
                      <a:pt x="113" y="65"/>
                      <a:pt x="115" y="57"/>
                      <a:pt x="113" y="50"/>
                    </a:cubicBezTo>
                    <a:cubicBezTo>
                      <a:pt x="110" y="37"/>
                      <a:pt x="94" y="33"/>
                      <a:pt x="82" y="33"/>
                    </a:cubicBezTo>
                    <a:cubicBezTo>
                      <a:pt x="71" y="33"/>
                      <a:pt x="58" y="36"/>
                      <a:pt x="53" y="45"/>
                    </a:cubicBezTo>
                    <a:cubicBezTo>
                      <a:pt x="49" y="45"/>
                      <a:pt x="46" y="46"/>
                      <a:pt x="44" y="49"/>
                    </a:cubicBezTo>
                    <a:cubicBezTo>
                      <a:pt x="39" y="55"/>
                      <a:pt x="42" y="64"/>
                      <a:pt x="45" y="69"/>
                    </a:cubicBezTo>
                    <a:cubicBezTo>
                      <a:pt x="44" y="70"/>
                      <a:pt x="44" y="71"/>
                      <a:pt x="43" y="71"/>
                    </a:cubicBezTo>
                    <a:cubicBezTo>
                      <a:pt x="42" y="74"/>
                      <a:pt x="41" y="77"/>
                      <a:pt x="41" y="80"/>
                    </a:cubicBezTo>
                    <a:cubicBezTo>
                      <a:pt x="41" y="85"/>
                      <a:pt x="43" y="90"/>
                      <a:pt x="46" y="93"/>
                    </a:cubicBezTo>
                    <a:cubicBezTo>
                      <a:pt x="47" y="105"/>
                      <a:pt x="51" y="111"/>
                      <a:pt x="55" y="114"/>
                    </a:cubicBezTo>
                    <a:cubicBezTo>
                      <a:pt x="55" y="123"/>
                      <a:pt x="55" y="123"/>
                      <a:pt x="55" y="123"/>
                    </a:cubicBezTo>
                    <a:cubicBezTo>
                      <a:pt x="49" y="126"/>
                      <a:pt x="43" y="128"/>
                      <a:pt x="38" y="131"/>
                    </a:cubicBezTo>
                    <a:cubicBezTo>
                      <a:pt x="22" y="119"/>
                      <a:pt x="12" y="100"/>
                      <a:pt x="12" y="78"/>
                    </a:cubicBezTo>
                    <a:cubicBezTo>
                      <a:pt x="12" y="42"/>
                      <a:pt x="41" y="12"/>
                      <a:pt x="78" y="12"/>
                    </a:cubicBezTo>
                    <a:cubicBezTo>
                      <a:pt x="114" y="12"/>
                      <a:pt x="144" y="42"/>
                      <a:pt x="144" y="78"/>
                    </a:cubicBezTo>
                    <a:cubicBezTo>
                      <a:pt x="144" y="100"/>
                      <a:pt x="134" y="119"/>
                      <a:pt x="118" y="13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275" name="Freeform 85">
                <a:extLst>
                  <a:ext uri="{FF2B5EF4-FFF2-40B4-BE49-F238E27FC236}">
                    <a16:creationId xmlns:a16="http://schemas.microsoft.com/office/drawing/2014/main" id="{BE8DFB92-F456-4FA3-9791-271FCD5358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6" y="2288"/>
                <a:ext cx="36" cy="18"/>
              </a:xfrm>
              <a:custGeom>
                <a:avLst/>
                <a:gdLst>
                  <a:gd name="T0" fmla="*/ 18 w 24"/>
                  <a:gd name="T1" fmla="*/ 0 h 12"/>
                  <a:gd name="T2" fmla="*/ 6 w 24"/>
                  <a:gd name="T3" fmla="*/ 0 h 12"/>
                  <a:gd name="T4" fmla="*/ 0 w 24"/>
                  <a:gd name="T5" fmla="*/ 6 h 12"/>
                  <a:gd name="T6" fmla="*/ 6 w 24"/>
                  <a:gd name="T7" fmla="*/ 12 h 12"/>
                  <a:gd name="T8" fmla="*/ 18 w 24"/>
                  <a:gd name="T9" fmla="*/ 12 h 12"/>
                  <a:gd name="T10" fmla="*/ 24 w 24"/>
                  <a:gd name="T11" fmla="*/ 6 h 12"/>
                  <a:gd name="T12" fmla="*/ 18 w 2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18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2"/>
                      <a:pt x="0" y="6"/>
                    </a:cubicBezTo>
                    <a:cubicBezTo>
                      <a:pt x="0" y="9"/>
                      <a:pt x="2" y="12"/>
                      <a:pt x="6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21" y="12"/>
                      <a:pt x="24" y="9"/>
                      <a:pt x="24" y="6"/>
                    </a:cubicBezTo>
                    <a:cubicBezTo>
                      <a:pt x="24" y="2"/>
                      <a:pt x="21" y="0"/>
                      <a:pt x="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276" name="Freeform 86">
                <a:extLst>
                  <a:ext uri="{FF2B5EF4-FFF2-40B4-BE49-F238E27FC236}">
                    <a16:creationId xmlns:a16="http://schemas.microsoft.com/office/drawing/2014/main" id="{EE5B7183-FD60-4EAF-8EA6-A936999F7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2252"/>
                <a:ext cx="74" cy="18"/>
              </a:xfrm>
              <a:custGeom>
                <a:avLst/>
                <a:gdLst>
                  <a:gd name="T0" fmla="*/ 42 w 48"/>
                  <a:gd name="T1" fmla="*/ 0 h 12"/>
                  <a:gd name="T2" fmla="*/ 6 w 48"/>
                  <a:gd name="T3" fmla="*/ 0 h 12"/>
                  <a:gd name="T4" fmla="*/ 0 w 48"/>
                  <a:gd name="T5" fmla="*/ 6 h 12"/>
                  <a:gd name="T6" fmla="*/ 6 w 48"/>
                  <a:gd name="T7" fmla="*/ 12 h 12"/>
                  <a:gd name="T8" fmla="*/ 42 w 48"/>
                  <a:gd name="T9" fmla="*/ 12 h 12"/>
                  <a:gd name="T10" fmla="*/ 48 w 48"/>
                  <a:gd name="T11" fmla="*/ 6 h 12"/>
                  <a:gd name="T12" fmla="*/ 42 w 48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2"/>
                      <a:pt x="0" y="6"/>
                    </a:cubicBezTo>
                    <a:cubicBezTo>
                      <a:pt x="0" y="9"/>
                      <a:pt x="2" y="12"/>
                      <a:pt x="6" y="12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5" y="12"/>
                      <a:pt x="48" y="9"/>
                      <a:pt x="48" y="6"/>
                    </a:cubicBezTo>
                    <a:cubicBezTo>
                      <a:pt x="48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277" name="Freeform 87">
                <a:extLst>
                  <a:ext uri="{FF2B5EF4-FFF2-40B4-BE49-F238E27FC236}">
                    <a16:creationId xmlns:a16="http://schemas.microsoft.com/office/drawing/2014/main" id="{40294650-F986-4496-98D1-6406305F61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5" y="1910"/>
                <a:ext cx="18" cy="54"/>
              </a:xfrm>
              <a:custGeom>
                <a:avLst/>
                <a:gdLst>
                  <a:gd name="T0" fmla="*/ 6 w 12"/>
                  <a:gd name="T1" fmla="*/ 36 h 36"/>
                  <a:gd name="T2" fmla="*/ 12 w 12"/>
                  <a:gd name="T3" fmla="*/ 30 h 36"/>
                  <a:gd name="T4" fmla="*/ 12 w 12"/>
                  <a:gd name="T5" fmla="*/ 6 h 36"/>
                  <a:gd name="T6" fmla="*/ 6 w 12"/>
                  <a:gd name="T7" fmla="*/ 0 h 36"/>
                  <a:gd name="T8" fmla="*/ 0 w 12"/>
                  <a:gd name="T9" fmla="*/ 6 h 36"/>
                  <a:gd name="T10" fmla="*/ 0 w 12"/>
                  <a:gd name="T11" fmla="*/ 30 h 36"/>
                  <a:gd name="T12" fmla="*/ 6 w 12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6">
                    <a:moveTo>
                      <a:pt x="6" y="36"/>
                    </a:moveTo>
                    <a:cubicBezTo>
                      <a:pt x="9" y="36"/>
                      <a:pt x="12" y="34"/>
                      <a:pt x="12" y="3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3"/>
                      <a:pt x="9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4"/>
                      <a:pt x="2" y="36"/>
                      <a:pt x="6" y="3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278" name="Freeform 88">
                <a:extLst>
                  <a:ext uri="{FF2B5EF4-FFF2-40B4-BE49-F238E27FC236}">
                    <a16:creationId xmlns:a16="http://schemas.microsoft.com/office/drawing/2014/main" id="{D9B85E1C-FF9C-45AD-BB68-284D1DC431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2" y="2089"/>
                <a:ext cx="55" cy="18"/>
              </a:xfrm>
              <a:custGeom>
                <a:avLst/>
                <a:gdLst>
                  <a:gd name="T0" fmla="*/ 30 w 36"/>
                  <a:gd name="T1" fmla="*/ 0 h 12"/>
                  <a:gd name="T2" fmla="*/ 6 w 36"/>
                  <a:gd name="T3" fmla="*/ 0 h 12"/>
                  <a:gd name="T4" fmla="*/ 0 w 36"/>
                  <a:gd name="T5" fmla="*/ 6 h 12"/>
                  <a:gd name="T6" fmla="*/ 6 w 36"/>
                  <a:gd name="T7" fmla="*/ 12 h 12"/>
                  <a:gd name="T8" fmla="*/ 30 w 36"/>
                  <a:gd name="T9" fmla="*/ 12 h 12"/>
                  <a:gd name="T10" fmla="*/ 36 w 36"/>
                  <a:gd name="T11" fmla="*/ 6 h 12"/>
                  <a:gd name="T12" fmla="*/ 30 w 3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2">
                    <a:moveTo>
                      <a:pt x="30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10"/>
                      <a:pt x="2" y="12"/>
                      <a:pt x="6" y="12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33" y="12"/>
                      <a:pt x="36" y="10"/>
                      <a:pt x="36" y="6"/>
                    </a:cubicBezTo>
                    <a:cubicBezTo>
                      <a:pt x="36" y="3"/>
                      <a:pt x="33" y="0"/>
                      <a:pt x="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279" name="Freeform 89">
                <a:extLst>
                  <a:ext uri="{FF2B5EF4-FFF2-40B4-BE49-F238E27FC236}">
                    <a16:creationId xmlns:a16="http://schemas.microsoft.com/office/drawing/2014/main" id="{7BB8106D-B6DC-49AC-8D79-9DA3FAA9E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0" y="2089"/>
                <a:ext cx="55" cy="18"/>
              </a:xfrm>
              <a:custGeom>
                <a:avLst/>
                <a:gdLst>
                  <a:gd name="T0" fmla="*/ 30 w 36"/>
                  <a:gd name="T1" fmla="*/ 0 h 12"/>
                  <a:gd name="T2" fmla="*/ 6 w 36"/>
                  <a:gd name="T3" fmla="*/ 0 h 12"/>
                  <a:gd name="T4" fmla="*/ 0 w 36"/>
                  <a:gd name="T5" fmla="*/ 6 h 12"/>
                  <a:gd name="T6" fmla="*/ 6 w 36"/>
                  <a:gd name="T7" fmla="*/ 12 h 12"/>
                  <a:gd name="T8" fmla="*/ 30 w 36"/>
                  <a:gd name="T9" fmla="*/ 12 h 12"/>
                  <a:gd name="T10" fmla="*/ 36 w 36"/>
                  <a:gd name="T11" fmla="*/ 6 h 12"/>
                  <a:gd name="T12" fmla="*/ 30 w 3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2">
                    <a:moveTo>
                      <a:pt x="30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6" y="12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34" y="12"/>
                      <a:pt x="36" y="10"/>
                      <a:pt x="36" y="6"/>
                    </a:cubicBezTo>
                    <a:cubicBezTo>
                      <a:pt x="36" y="3"/>
                      <a:pt x="34" y="0"/>
                      <a:pt x="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280" name="Freeform 90">
                <a:extLst>
                  <a:ext uri="{FF2B5EF4-FFF2-40B4-BE49-F238E27FC236}">
                    <a16:creationId xmlns:a16="http://schemas.microsoft.com/office/drawing/2014/main" id="{74BD9321-5DC0-4382-84C2-2E9D49BAD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1" y="1949"/>
                <a:ext cx="58" cy="57"/>
              </a:xfrm>
              <a:custGeom>
                <a:avLst/>
                <a:gdLst>
                  <a:gd name="T0" fmla="*/ 27 w 38"/>
                  <a:gd name="T1" fmla="*/ 37 h 38"/>
                  <a:gd name="T2" fmla="*/ 32 w 38"/>
                  <a:gd name="T3" fmla="*/ 38 h 38"/>
                  <a:gd name="T4" fmla="*/ 36 w 38"/>
                  <a:gd name="T5" fmla="*/ 37 h 38"/>
                  <a:gd name="T6" fmla="*/ 36 w 38"/>
                  <a:gd name="T7" fmla="*/ 28 h 38"/>
                  <a:gd name="T8" fmla="*/ 10 w 38"/>
                  <a:gd name="T9" fmla="*/ 3 h 38"/>
                  <a:gd name="T10" fmla="*/ 2 w 38"/>
                  <a:gd name="T11" fmla="*/ 3 h 38"/>
                  <a:gd name="T12" fmla="*/ 2 w 38"/>
                  <a:gd name="T13" fmla="*/ 11 h 38"/>
                  <a:gd name="T14" fmla="*/ 27 w 38"/>
                  <a:gd name="T15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8" h="38">
                    <a:moveTo>
                      <a:pt x="27" y="37"/>
                    </a:moveTo>
                    <a:cubicBezTo>
                      <a:pt x="29" y="38"/>
                      <a:pt x="30" y="38"/>
                      <a:pt x="32" y="38"/>
                    </a:cubicBezTo>
                    <a:cubicBezTo>
                      <a:pt x="33" y="38"/>
                      <a:pt x="35" y="38"/>
                      <a:pt x="36" y="37"/>
                    </a:cubicBezTo>
                    <a:cubicBezTo>
                      <a:pt x="38" y="34"/>
                      <a:pt x="38" y="31"/>
                      <a:pt x="36" y="28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8" y="0"/>
                      <a:pt x="4" y="0"/>
                      <a:pt x="2" y="3"/>
                    </a:cubicBezTo>
                    <a:cubicBezTo>
                      <a:pt x="0" y="5"/>
                      <a:pt x="0" y="9"/>
                      <a:pt x="2" y="11"/>
                    </a:cubicBezTo>
                    <a:lnTo>
                      <a:pt x="27" y="3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281" name="Freeform 91">
                <a:extLst>
                  <a:ext uri="{FF2B5EF4-FFF2-40B4-BE49-F238E27FC236}">
                    <a16:creationId xmlns:a16="http://schemas.microsoft.com/office/drawing/2014/main" id="{E1311FA2-5638-46DC-BA8D-D5A455BF4F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7" y="1949"/>
                <a:ext cx="60" cy="57"/>
              </a:xfrm>
              <a:custGeom>
                <a:avLst/>
                <a:gdLst>
                  <a:gd name="T0" fmla="*/ 7 w 39"/>
                  <a:gd name="T1" fmla="*/ 38 h 38"/>
                  <a:gd name="T2" fmla="*/ 11 w 39"/>
                  <a:gd name="T3" fmla="*/ 37 h 38"/>
                  <a:gd name="T4" fmla="*/ 36 w 39"/>
                  <a:gd name="T5" fmla="*/ 11 h 38"/>
                  <a:gd name="T6" fmla="*/ 36 w 39"/>
                  <a:gd name="T7" fmla="*/ 3 h 38"/>
                  <a:gd name="T8" fmla="*/ 28 w 39"/>
                  <a:gd name="T9" fmla="*/ 3 h 38"/>
                  <a:gd name="T10" fmla="*/ 2 w 39"/>
                  <a:gd name="T11" fmla="*/ 28 h 38"/>
                  <a:gd name="T12" fmla="*/ 2 w 39"/>
                  <a:gd name="T13" fmla="*/ 37 h 38"/>
                  <a:gd name="T14" fmla="*/ 7 w 39"/>
                  <a:gd name="T15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" h="38">
                    <a:moveTo>
                      <a:pt x="7" y="38"/>
                    </a:moveTo>
                    <a:cubicBezTo>
                      <a:pt x="8" y="38"/>
                      <a:pt x="10" y="38"/>
                      <a:pt x="11" y="37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9" y="9"/>
                      <a:pt x="39" y="5"/>
                      <a:pt x="36" y="3"/>
                    </a:cubicBezTo>
                    <a:cubicBezTo>
                      <a:pt x="34" y="0"/>
                      <a:pt x="30" y="0"/>
                      <a:pt x="28" y="3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0" y="31"/>
                      <a:pt x="0" y="34"/>
                      <a:pt x="2" y="37"/>
                    </a:cubicBezTo>
                    <a:cubicBezTo>
                      <a:pt x="4" y="38"/>
                      <a:pt x="5" y="38"/>
                      <a:pt x="7" y="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US"/>
              </a:p>
            </p:txBody>
          </p: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2FD294-88FD-4724-8B40-4EBC24A71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0999" y="5128382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50" name="Group 81" descr="Calendar">
              <a:extLst>
                <a:ext uri="{FF2B5EF4-FFF2-40B4-BE49-F238E27FC236}">
                  <a16:creationId xmlns:a16="http://schemas.microsoft.com/office/drawing/2014/main" id="{99D7BE60-4462-4A14-9853-46570FB014B2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98612" y="5509828"/>
              <a:ext cx="450851" cy="449782"/>
              <a:chOff x="1370" y="1720"/>
              <a:chExt cx="426" cy="425"/>
            </a:xfrm>
            <a:solidFill>
              <a:schemeClr val="accent1"/>
            </a:solidFill>
          </p:grpSpPr>
          <p:sp>
            <p:nvSpPr>
              <p:cNvPr id="251" name="Freeform 82">
                <a:extLst>
                  <a:ext uri="{FF2B5EF4-FFF2-40B4-BE49-F238E27FC236}">
                    <a16:creationId xmlns:a16="http://schemas.microsoft.com/office/drawing/2014/main" id="{4D33D017-4357-4E2E-89B8-6C65E741D1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0" y="1755"/>
                <a:ext cx="426" cy="390"/>
              </a:xfrm>
              <a:custGeom>
                <a:avLst/>
                <a:gdLst>
                  <a:gd name="T0" fmla="*/ 282 w 288"/>
                  <a:gd name="T1" fmla="*/ 264 h 264"/>
                  <a:gd name="T2" fmla="*/ 6 w 288"/>
                  <a:gd name="T3" fmla="*/ 264 h 264"/>
                  <a:gd name="T4" fmla="*/ 0 w 288"/>
                  <a:gd name="T5" fmla="*/ 258 h 264"/>
                  <a:gd name="T6" fmla="*/ 0 w 288"/>
                  <a:gd name="T7" fmla="*/ 6 h 264"/>
                  <a:gd name="T8" fmla="*/ 6 w 288"/>
                  <a:gd name="T9" fmla="*/ 0 h 264"/>
                  <a:gd name="T10" fmla="*/ 54 w 288"/>
                  <a:gd name="T11" fmla="*/ 0 h 264"/>
                  <a:gd name="T12" fmla="*/ 60 w 288"/>
                  <a:gd name="T13" fmla="*/ 6 h 264"/>
                  <a:gd name="T14" fmla="*/ 54 w 288"/>
                  <a:gd name="T15" fmla="*/ 12 h 264"/>
                  <a:gd name="T16" fmla="*/ 12 w 288"/>
                  <a:gd name="T17" fmla="*/ 12 h 264"/>
                  <a:gd name="T18" fmla="*/ 12 w 288"/>
                  <a:gd name="T19" fmla="*/ 252 h 264"/>
                  <a:gd name="T20" fmla="*/ 276 w 288"/>
                  <a:gd name="T21" fmla="*/ 252 h 264"/>
                  <a:gd name="T22" fmla="*/ 276 w 288"/>
                  <a:gd name="T23" fmla="*/ 12 h 264"/>
                  <a:gd name="T24" fmla="*/ 234 w 288"/>
                  <a:gd name="T25" fmla="*/ 12 h 264"/>
                  <a:gd name="T26" fmla="*/ 228 w 288"/>
                  <a:gd name="T27" fmla="*/ 6 h 264"/>
                  <a:gd name="T28" fmla="*/ 234 w 288"/>
                  <a:gd name="T29" fmla="*/ 0 h 264"/>
                  <a:gd name="T30" fmla="*/ 282 w 288"/>
                  <a:gd name="T31" fmla="*/ 0 h 264"/>
                  <a:gd name="T32" fmla="*/ 288 w 288"/>
                  <a:gd name="T33" fmla="*/ 6 h 264"/>
                  <a:gd name="T34" fmla="*/ 288 w 288"/>
                  <a:gd name="T35" fmla="*/ 258 h 264"/>
                  <a:gd name="T36" fmla="*/ 282 w 288"/>
                  <a:gd name="T37" fmla="*/ 264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88" h="264">
                    <a:moveTo>
                      <a:pt x="282" y="264"/>
                    </a:moveTo>
                    <a:cubicBezTo>
                      <a:pt x="6" y="264"/>
                      <a:pt x="6" y="264"/>
                      <a:pt x="6" y="264"/>
                    </a:cubicBezTo>
                    <a:cubicBezTo>
                      <a:pt x="3" y="264"/>
                      <a:pt x="0" y="261"/>
                      <a:pt x="0" y="258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8" y="0"/>
                      <a:pt x="60" y="2"/>
                      <a:pt x="60" y="6"/>
                    </a:cubicBezTo>
                    <a:cubicBezTo>
                      <a:pt x="60" y="9"/>
                      <a:pt x="58" y="12"/>
                      <a:pt x="54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252"/>
                      <a:pt x="12" y="252"/>
                      <a:pt x="12" y="252"/>
                    </a:cubicBezTo>
                    <a:cubicBezTo>
                      <a:pt x="276" y="252"/>
                      <a:pt x="276" y="252"/>
                      <a:pt x="276" y="252"/>
                    </a:cubicBezTo>
                    <a:cubicBezTo>
                      <a:pt x="276" y="12"/>
                      <a:pt x="276" y="12"/>
                      <a:pt x="276" y="12"/>
                    </a:cubicBezTo>
                    <a:cubicBezTo>
                      <a:pt x="234" y="12"/>
                      <a:pt x="234" y="12"/>
                      <a:pt x="234" y="12"/>
                    </a:cubicBezTo>
                    <a:cubicBezTo>
                      <a:pt x="231" y="12"/>
                      <a:pt x="228" y="9"/>
                      <a:pt x="228" y="6"/>
                    </a:cubicBezTo>
                    <a:cubicBezTo>
                      <a:pt x="228" y="2"/>
                      <a:pt x="231" y="0"/>
                      <a:pt x="234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6" y="0"/>
                      <a:pt x="288" y="2"/>
                      <a:pt x="288" y="6"/>
                    </a:cubicBezTo>
                    <a:cubicBezTo>
                      <a:pt x="288" y="258"/>
                      <a:pt x="288" y="258"/>
                      <a:pt x="288" y="258"/>
                    </a:cubicBezTo>
                    <a:cubicBezTo>
                      <a:pt x="288" y="261"/>
                      <a:pt x="286" y="264"/>
                      <a:pt x="282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52" name="Freeform 83">
                <a:extLst>
                  <a:ext uri="{FF2B5EF4-FFF2-40B4-BE49-F238E27FC236}">
                    <a16:creationId xmlns:a16="http://schemas.microsoft.com/office/drawing/2014/main" id="{63E87233-B187-4982-9769-667225F762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41" y="1720"/>
                <a:ext cx="71" cy="89"/>
              </a:xfrm>
              <a:custGeom>
                <a:avLst/>
                <a:gdLst>
                  <a:gd name="T0" fmla="*/ 42 w 48"/>
                  <a:gd name="T1" fmla="*/ 60 h 60"/>
                  <a:gd name="T2" fmla="*/ 6 w 48"/>
                  <a:gd name="T3" fmla="*/ 60 h 60"/>
                  <a:gd name="T4" fmla="*/ 0 w 48"/>
                  <a:gd name="T5" fmla="*/ 54 h 60"/>
                  <a:gd name="T6" fmla="*/ 0 w 48"/>
                  <a:gd name="T7" fmla="*/ 6 h 60"/>
                  <a:gd name="T8" fmla="*/ 6 w 48"/>
                  <a:gd name="T9" fmla="*/ 0 h 60"/>
                  <a:gd name="T10" fmla="*/ 42 w 48"/>
                  <a:gd name="T11" fmla="*/ 0 h 60"/>
                  <a:gd name="T12" fmla="*/ 48 w 48"/>
                  <a:gd name="T13" fmla="*/ 6 h 60"/>
                  <a:gd name="T14" fmla="*/ 48 w 48"/>
                  <a:gd name="T15" fmla="*/ 54 h 60"/>
                  <a:gd name="T16" fmla="*/ 42 w 48"/>
                  <a:gd name="T17" fmla="*/ 60 h 60"/>
                  <a:gd name="T18" fmla="*/ 12 w 48"/>
                  <a:gd name="T19" fmla="*/ 48 h 60"/>
                  <a:gd name="T20" fmla="*/ 36 w 48"/>
                  <a:gd name="T21" fmla="*/ 48 h 60"/>
                  <a:gd name="T22" fmla="*/ 36 w 48"/>
                  <a:gd name="T23" fmla="*/ 12 h 60"/>
                  <a:gd name="T24" fmla="*/ 12 w 48"/>
                  <a:gd name="T25" fmla="*/ 12 h 60"/>
                  <a:gd name="T26" fmla="*/ 12 w 48"/>
                  <a:gd name="T27" fmla="*/ 48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60">
                    <a:moveTo>
                      <a:pt x="4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7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2"/>
                      <a:pt x="48" y="6"/>
                    </a:cubicBezTo>
                    <a:cubicBezTo>
                      <a:pt x="48" y="54"/>
                      <a:pt x="48" y="54"/>
                      <a:pt x="48" y="54"/>
                    </a:cubicBezTo>
                    <a:cubicBezTo>
                      <a:pt x="48" y="57"/>
                      <a:pt x="46" y="60"/>
                      <a:pt x="42" y="60"/>
                    </a:cubicBezTo>
                    <a:close/>
                    <a:moveTo>
                      <a:pt x="12" y="48"/>
                    </a:move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53" name="Freeform 84">
                <a:extLst>
                  <a:ext uri="{FF2B5EF4-FFF2-40B4-BE49-F238E27FC236}">
                    <a16:creationId xmlns:a16="http://schemas.microsoft.com/office/drawing/2014/main" id="{42994CEE-BD2C-4808-B50E-2107C7AD78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54" y="1720"/>
                <a:ext cx="71" cy="89"/>
              </a:xfrm>
              <a:custGeom>
                <a:avLst/>
                <a:gdLst>
                  <a:gd name="T0" fmla="*/ 42 w 48"/>
                  <a:gd name="T1" fmla="*/ 60 h 60"/>
                  <a:gd name="T2" fmla="*/ 6 w 48"/>
                  <a:gd name="T3" fmla="*/ 60 h 60"/>
                  <a:gd name="T4" fmla="*/ 0 w 48"/>
                  <a:gd name="T5" fmla="*/ 54 h 60"/>
                  <a:gd name="T6" fmla="*/ 0 w 48"/>
                  <a:gd name="T7" fmla="*/ 6 h 60"/>
                  <a:gd name="T8" fmla="*/ 6 w 48"/>
                  <a:gd name="T9" fmla="*/ 0 h 60"/>
                  <a:gd name="T10" fmla="*/ 42 w 48"/>
                  <a:gd name="T11" fmla="*/ 0 h 60"/>
                  <a:gd name="T12" fmla="*/ 48 w 48"/>
                  <a:gd name="T13" fmla="*/ 6 h 60"/>
                  <a:gd name="T14" fmla="*/ 48 w 48"/>
                  <a:gd name="T15" fmla="*/ 54 h 60"/>
                  <a:gd name="T16" fmla="*/ 42 w 48"/>
                  <a:gd name="T17" fmla="*/ 60 h 60"/>
                  <a:gd name="T18" fmla="*/ 12 w 48"/>
                  <a:gd name="T19" fmla="*/ 48 h 60"/>
                  <a:gd name="T20" fmla="*/ 36 w 48"/>
                  <a:gd name="T21" fmla="*/ 48 h 60"/>
                  <a:gd name="T22" fmla="*/ 36 w 48"/>
                  <a:gd name="T23" fmla="*/ 12 h 60"/>
                  <a:gd name="T24" fmla="*/ 12 w 48"/>
                  <a:gd name="T25" fmla="*/ 12 h 60"/>
                  <a:gd name="T26" fmla="*/ 12 w 48"/>
                  <a:gd name="T27" fmla="*/ 48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60">
                    <a:moveTo>
                      <a:pt x="4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7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2"/>
                      <a:pt x="48" y="6"/>
                    </a:cubicBezTo>
                    <a:cubicBezTo>
                      <a:pt x="48" y="54"/>
                      <a:pt x="48" y="54"/>
                      <a:pt x="48" y="54"/>
                    </a:cubicBezTo>
                    <a:cubicBezTo>
                      <a:pt x="48" y="57"/>
                      <a:pt x="46" y="60"/>
                      <a:pt x="42" y="60"/>
                    </a:cubicBezTo>
                    <a:close/>
                    <a:moveTo>
                      <a:pt x="12" y="48"/>
                    </a:move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54" name="Freeform 85">
                <a:extLst>
                  <a:ext uri="{FF2B5EF4-FFF2-40B4-BE49-F238E27FC236}">
                    <a16:creationId xmlns:a16="http://schemas.microsoft.com/office/drawing/2014/main" id="{89BE2330-1F09-4F39-A6F2-44033D901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5" y="1755"/>
                <a:ext cx="177" cy="18"/>
              </a:xfrm>
              <a:custGeom>
                <a:avLst/>
                <a:gdLst>
                  <a:gd name="T0" fmla="*/ 114 w 120"/>
                  <a:gd name="T1" fmla="*/ 12 h 12"/>
                  <a:gd name="T2" fmla="*/ 6 w 120"/>
                  <a:gd name="T3" fmla="*/ 12 h 12"/>
                  <a:gd name="T4" fmla="*/ 0 w 120"/>
                  <a:gd name="T5" fmla="*/ 6 h 12"/>
                  <a:gd name="T6" fmla="*/ 6 w 120"/>
                  <a:gd name="T7" fmla="*/ 0 h 12"/>
                  <a:gd name="T8" fmla="*/ 114 w 120"/>
                  <a:gd name="T9" fmla="*/ 0 h 12"/>
                  <a:gd name="T10" fmla="*/ 120 w 120"/>
                  <a:gd name="T11" fmla="*/ 6 h 12"/>
                  <a:gd name="T12" fmla="*/ 114 w 12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0" h="12">
                    <a:moveTo>
                      <a:pt x="11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8" y="0"/>
                      <a:pt x="120" y="2"/>
                      <a:pt x="120" y="6"/>
                    </a:cubicBezTo>
                    <a:cubicBezTo>
                      <a:pt x="120" y="9"/>
                      <a:pt x="118" y="12"/>
                      <a:pt x="11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55" name="Freeform 86">
                <a:extLst>
                  <a:ext uri="{FF2B5EF4-FFF2-40B4-BE49-F238E27FC236}">
                    <a16:creationId xmlns:a16="http://schemas.microsoft.com/office/drawing/2014/main" id="{3E4348D2-CAE2-4E8D-AA5B-F5113AC4B5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0" y="1844"/>
                <a:ext cx="426" cy="18"/>
              </a:xfrm>
              <a:custGeom>
                <a:avLst/>
                <a:gdLst>
                  <a:gd name="T0" fmla="*/ 282 w 288"/>
                  <a:gd name="T1" fmla="*/ 12 h 12"/>
                  <a:gd name="T2" fmla="*/ 6 w 288"/>
                  <a:gd name="T3" fmla="*/ 12 h 12"/>
                  <a:gd name="T4" fmla="*/ 0 w 288"/>
                  <a:gd name="T5" fmla="*/ 6 h 12"/>
                  <a:gd name="T6" fmla="*/ 6 w 288"/>
                  <a:gd name="T7" fmla="*/ 0 h 12"/>
                  <a:gd name="T8" fmla="*/ 282 w 288"/>
                  <a:gd name="T9" fmla="*/ 0 h 12"/>
                  <a:gd name="T10" fmla="*/ 288 w 288"/>
                  <a:gd name="T11" fmla="*/ 6 h 12"/>
                  <a:gd name="T12" fmla="*/ 282 w 28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8" h="12">
                    <a:moveTo>
                      <a:pt x="28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6" y="0"/>
                      <a:pt x="288" y="2"/>
                      <a:pt x="288" y="6"/>
                    </a:cubicBezTo>
                    <a:cubicBezTo>
                      <a:pt x="288" y="9"/>
                      <a:pt x="286" y="12"/>
                      <a:pt x="28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56" name="Freeform 87">
                <a:extLst>
                  <a:ext uri="{FF2B5EF4-FFF2-40B4-BE49-F238E27FC236}">
                    <a16:creationId xmlns:a16="http://schemas.microsoft.com/office/drawing/2014/main" id="{9FA809E2-BF6F-4C03-AFD7-0001F0D4E9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1879"/>
                <a:ext cx="18" cy="231"/>
              </a:xfrm>
              <a:custGeom>
                <a:avLst/>
                <a:gdLst>
                  <a:gd name="T0" fmla="*/ 6 w 12"/>
                  <a:gd name="T1" fmla="*/ 156 h 156"/>
                  <a:gd name="T2" fmla="*/ 0 w 12"/>
                  <a:gd name="T3" fmla="*/ 150 h 156"/>
                  <a:gd name="T4" fmla="*/ 0 w 12"/>
                  <a:gd name="T5" fmla="*/ 6 h 156"/>
                  <a:gd name="T6" fmla="*/ 6 w 12"/>
                  <a:gd name="T7" fmla="*/ 0 h 156"/>
                  <a:gd name="T8" fmla="*/ 12 w 12"/>
                  <a:gd name="T9" fmla="*/ 6 h 156"/>
                  <a:gd name="T10" fmla="*/ 12 w 12"/>
                  <a:gd name="T11" fmla="*/ 150 h 156"/>
                  <a:gd name="T12" fmla="*/ 6 w 12"/>
                  <a:gd name="T13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56">
                    <a:moveTo>
                      <a:pt x="6" y="156"/>
                    </a:move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53"/>
                      <a:pt x="10" y="156"/>
                      <a:pt x="6" y="1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57" name="Freeform 88">
                <a:extLst>
                  <a:ext uri="{FF2B5EF4-FFF2-40B4-BE49-F238E27FC236}">
                    <a16:creationId xmlns:a16="http://schemas.microsoft.com/office/drawing/2014/main" id="{8B17CE3F-B7B5-4D3C-BC62-045DEE9FF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5" y="1879"/>
                <a:ext cx="18" cy="231"/>
              </a:xfrm>
              <a:custGeom>
                <a:avLst/>
                <a:gdLst>
                  <a:gd name="T0" fmla="*/ 6 w 12"/>
                  <a:gd name="T1" fmla="*/ 156 h 156"/>
                  <a:gd name="T2" fmla="*/ 0 w 12"/>
                  <a:gd name="T3" fmla="*/ 150 h 156"/>
                  <a:gd name="T4" fmla="*/ 0 w 12"/>
                  <a:gd name="T5" fmla="*/ 6 h 156"/>
                  <a:gd name="T6" fmla="*/ 6 w 12"/>
                  <a:gd name="T7" fmla="*/ 0 h 156"/>
                  <a:gd name="T8" fmla="*/ 12 w 12"/>
                  <a:gd name="T9" fmla="*/ 6 h 156"/>
                  <a:gd name="T10" fmla="*/ 12 w 12"/>
                  <a:gd name="T11" fmla="*/ 150 h 156"/>
                  <a:gd name="T12" fmla="*/ 6 w 12"/>
                  <a:gd name="T13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56">
                    <a:moveTo>
                      <a:pt x="6" y="156"/>
                    </a:move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53"/>
                      <a:pt x="10" y="156"/>
                      <a:pt x="6" y="1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58" name="Freeform 89">
                <a:extLst>
                  <a:ext uri="{FF2B5EF4-FFF2-40B4-BE49-F238E27FC236}">
                    <a16:creationId xmlns:a16="http://schemas.microsoft.com/office/drawing/2014/main" id="{02AD93C5-8354-4DCB-890B-0A42AD87C8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4" y="1879"/>
                <a:ext cx="18" cy="231"/>
              </a:xfrm>
              <a:custGeom>
                <a:avLst/>
                <a:gdLst>
                  <a:gd name="T0" fmla="*/ 6 w 12"/>
                  <a:gd name="T1" fmla="*/ 156 h 156"/>
                  <a:gd name="T2" fmla="*/ 0 w 12"/>
                  <a:gd name="T3" fmla="*/ 150 h 156"/>
                  <a:gd name="T4" fmla="*/ 0 w 12"/>
                  <a:gd name="T5" fmla="*/ 6 h 156"/>
                  <a:gd name="T6" fmla="*/ 6 w 12"/>
                  <a:gd name="T7" fmla="*/ 0 h 156"/>
                  <a:gd name="T8" fmla="*/ 12 w 12"/>
                  <a:gd name="T9" fmla="*/ 6 h 156"/>
                  <a:gd name="T10" fmla="*/ 12 w 12"/>
                  <a:gd name="T11" fmla="*/ 150 h 156"/>
                  <a:gd name="T12" fmla="*/ 6 w 12"/>
                  <a:gd name="T13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56">
                    <a:moveTo>
                      <a:pt x="6" y="156"/>
                    </a:move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53"/>
                      <a:pt x="10" y="156"/>
                      <a:pt x="6" y="1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59" name="Freeform 90">
                <a:extLst>
                  <a:ext uri="{FF2B5EF4-FFF2-40B4-BE49-F238E27FC236}">
                    <a16:creationId xmlns:a16="http://schemas.microsoft.com/office/drawing/2014/main" id="{252416E0-ED15-443B-9798-69583A02D3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" y="1915"/>
                <a:ext cx="355" cy="18"/>
              </a:xfrm>
              <a:custGeom>
                <a:avLst/>
                <a:gdLst>
                  <a:gd name="T0" fmla="*/ 234 w 240"/>
                  <a:gd name="T1" fmla="*/ 12 h 12"/>
                  <a:gd name="T2" fmla="*/ 6 w 240"/>
                  <a:gd name="T3" fmla="*/ 12 h 12"/>
                  <a:gd name="T4" fmla="*/ 0 w 240"/>
                  <a:gd name="T5" fmla="*/ 6 h 12"/>
                  <a:gd name="T6" fmla="*/ 6 w 240"/>
                  <a:gd name="T7" fmla="*/ 0 h 12"/>
                  <a:gd name="T8" fmla="*/ 234 w 240"/>
                  <a:gd name="T9" fmla="*/ 0 h 12"/>
                  <a:gd name="T10" fmla="*/ 240 w 240"/>
                  <a:gd name="T11" fmla="*/ 6 h 12"/>
                  <a:gd name="T12" fmla="*/ 234 w 24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12">
                    <a:moveTo>
                      <a:pt x="23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9"/>
                      <a:pt x="238" y="12"/>
                      <a:pt x="23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60" name="Freeform 91">
                <a:extLst>
                  <a:ext uri="{FF2B5EF4-FFF2-40B4-BE49-F238E27FC236}">
                    <a16:creationId xmlns:a16="http://schemas.microsoft.com/office/drawing/2014/main" id="{8C834DC3-C8DC-40EF-8F68-737874F59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" y="1986"/>
                <a:ext cx="355" cy="17"/>
              </a:xfrm>
              <a:custGeom>
                <a:avLst/>
                <a:gdLst>
                  <a:gd name="T0" fmla="*/ 234 w 240"/>
                  <a:gd name="T1" fmla="*/ 12 h 12"/>
                  <a:gd name="T2" fmla="*/ 6 w 240"/>
                  <a:gd name="T3" fmla="*/ 12 h 12"/>
                  <a:gd name="T4" fmla="*/ 0 w 240"/>
                  <a:gd name="T5" fmla="*/ 6 h 12"/>
                  <a:gd name="T6" fmla="*/ 6 w 240"/>
                  <a:gd name="T7" fmla="*/ 0 h 12"/>
                  <a:gd name="T8" fmla="*/ 234 w 240"/>
                  <a:gd name="T9" fmla="*/ 0 h 12"/>
                  <a:gd name="T10" fmla="*/ 240 w 240"/>
                  <a:gd name="T11" fmla="*/ 6 h 12"/>
                  <a:gd name="T12" fmla="*/ 234 w 24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12">
                    <a:moveTo>
                      <a:pt x="23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9"/>
                      <a:pt x="238" y="12"/>
                      <a:pt x="23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61" name="Freeform 92">
                <a:extLst>
                  <a:ext uri="{FF2B5EF4-FFF2-40B4-BE49-F238E27FC236}">
                    <a16:creationId xmlns:a16="http://schemas.microsoft.com/office/drawing/2014/main" id="{E2BB42F0-ED5B-460A-9A7B-B625772D27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" y="2057"/>
                <a:ext cx="355" cy="17"/>
              </a:xfrm>
              <a:custGeom>
                <a:avLst/>
                <a:gdLst>
                  <a:gd name="T0" fmla="*/ 234 w 240"/>
                  <a:gd name="T1" fmla="*/ 12 h 12"/>
                  <a:gd name="T2" fmla="*/ 6 w 240"/>
                  <a:gd name="T3" fmla="*/ 12 h 12"/>
                  <a:gd name="T4" fmla="*/ 0 w 240"/>
                  <a:gd name="T5" fmla="*/ 6 h 12"/>
                  <a:gd name="T6" fmla="*/ 6 w 240"/>
                  <a:gd name="T7" fmla="*/ 0 h 12"/>
                  <a:gd name="T8" fmla="*/ 234 w 240"/>
                  <a:gd name="T9" fmla="*/ 0 h 12"/>
                  <a:gd name="T10" fmla="*/ 240 w 240"/>
                  <a:gd name="T11" fmla="*/ 6 h 12"/>
                  <a:gd name="T12" fmla="*/ 234 w 24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12">
                    <a:moveTo>
                      <a:pt x="23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9"/>
                      <a:pt x="238" y="12"/>
                      <a:pt x="23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153881D-3E28-414F-8E8F-A90893381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651616" y="5128381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44" name="Group 98" descr="Eye Scan">
              <a:extLst>
                <a:ext uri="{FF2B5EF4-FFF2-40B4-BE49-F238E27FC236}">
                  <a16:creationId xmlns:a16="http://schemas.microsoft.com/office/drawing/2014/main" id="{875D44DC-A7CF-4E8A-90AC-48444416F0F9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084826" y="5548256"/>
              <a:ext cx="448560" cy="372925"/>
              <a:chOff x="1371" y="1755"/>
              <a:chExt cx="427" cy="355"/>
            </a:xfrm>
            <a:solidFill>
              <a:schemeClr val="accent1"/>
            </a:solidFill>
          </p:grpSpPr>
          <p:sp>
            <p:nvSpPr>
              <p:cNvPr id="45" name="Freeform 99">
                <a:extLst>
                  <a:ext uri="{FF2B5EF4-FFF2-40B4-BE49-F238E27FC236}">
                    <a16:creationId xmlns:a16="http://schemas.microsoft.com/office/drawing/2014/main" id="{ECA59A8C-E4A3-4237-A39B-3E467A389CC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71" y="1755"/>
                <a:ext cx="427" cy="355"/>
              </a:xfrm>
              <a:custGeom>
                <a:avLst/>
                <a:gdLst>
                  <a:gd name="T0" fmla="*/ 282 w 288"/>
                  <a:gd name="T1" fmla="*/ 240 h 240"/>
                  <a:gd name="T2" fmla="*/ 6 w 288"/>
                  <a:gd name="T3" fmla="*/ 240 h 240"/>
                  <a:gd name="T4" fmla="*/ 0 w 288"/>
                  <a:gd name="T5" fmla="*/ 234 h 240"/>
                  <a:gd name="T6" fmla="*/ 0 w 288"/>
                  <a:gd name="T7" fmla="*/ 6 h 240"/>
                  <a:gd name="T8" fmla="*/ 6 w 288"/>
                  <a:gd name="T9" fmla="*/ 0 h 240"/>
                  <a:gd name="T10" fmla="*/ 282 w 288"/>
                  <a:gd name="T11" fmla="*/ 0 h 240"/>
                  <a:gd name="T12" fmla="*/ 288 w 288"/>
                  <a:gd name="T13" fmla="*/ 6 h 240"/>
                  <a:gd name="T14" fmla="*/ 288 w 288"/>
                  <a:gd name="T15" fmla="*/ 234 h 240"/>
                  <a:gd name="T16" fmla="*/ 282 w 288"/>
                  <a:gd name="T17" fmla="*/ 240 h 240"/>
                  <a:gd name="T18" fmla="*/ 12 w 288"/>
                  <a:gd name="T19" fmla="*/ 228 h 240"/>
                  <a:gd name="T20" fmla="*/ 276 w 288"/>
                  <a:gd name="T21" fmla="*/ 228 h 240"/>
                  <a:gd name="T22" fmla="*/ 276 w 288"/>
                  <a:gd name="T23" fmla="*/ 12 h 240"/>
                  <a:gd name="T24" fmla="*/ 12 w 288"/>
                  <a:gd name="T25" fmla="*/ 12 h 240"/>
                  <a:gd name="T26" fmla="*/ 12 w 288"/>
                  <a:gd name="T27" fmla="*/ 228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8" h="240">
                    <a:moveTo>
                      <a:pt x="282" y="240"/>
                    </a:moveTo>
                    <a:cubicBezTo>
                      <a:pt x="6" y="240"/>
                      <a:pt x="6" y="240"/>
                      <a:pt x="6" y="240"/>
                    </a:cubicBezTo>
                    <a:cubicBezTo>
                      <a:pt x="3" y="240"/>
                      <a:pt x="0" y="237"/>
                      <a:pt x="0" y="23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5" y="0"/>
                      <a:pt x="288" y="3"/>
                      <a:pt x="288" y="6"/>
                    </a:cubicBezTo>
                    <a:cubicBezTo>
                      <a:pt x="288" y="234"/>
                      <a:pt x="288" y="234"/>
                      <a:pt x="288" y="234"/>
                    </a:cubicBezTo>
                    <a:cubicBezTo>
                      <a:pt x="288" y="237"/>
                      <a:pt x="285" y="240"/>
                      <a:pt x="282" y="240"/>
                    </a:cubicBezTo>
                    <a:close/>
                    <a:moveTo>
                      <a:pt x="12" y="228"/>
                    </a:moveTo>
                    <a:cubicBezTo>
                      <a:pt x="276" y="228"/>
                      <a:pt x="276" y="228"/>
                      <a:pt x="276" y="228"/>
                    </a:cubicBezTo>
                    <a:cubicBezTo>
                      <a:pt x="276" y="12"/>
                      <a:pt x="276" y="12"/>
                      <a:pt x="27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46" name="Freeform 100">
                <a:extLst>
                  <a:ext uri="{FF2B5EF4-FFF2-40B4-BE49-F238E27FC236}">
                    <a16:creationId xmlns:a16="http://schemas.microsoft.com/office/drawing/2014/main" id="{90495A09-D4D0-459D-8C7C-E3BAF7D830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7" y="1790"/>
                <a:ext cx="71" cy="71"/>
              </a:xfrm>
              <a:custGeom>
                <a:avLst/>
                <a:gdLst>
                  <a:gd name="T0" fmla="*/ 6 w 48"/>
                  <a:gd name="T1" fmla="*/ 48 h 48"/>
                  <a:gd name="T2" fmla="*/ 0 w 48"/>
                  <a:gd name="T3" fmla="*/ 42 h 48"/>
                  <a:gd name="T4" fmla="*/ 0 w 48"/>
                  <a:gd name="T5" fmla="*/ 6 h 48"/>
                  <a:gd name="T6" fmla="*/ 6 w 48"/>
                  <a:gd name="T7" fmla="*/ 0 h 48"/>
                  <a:gd name="T8" fmla="*/ 42 w 48"/>
                  <a:gd name="T9" fmla="*/ 0 h 48"/>
                  <a:gd name="T10" fmla="*/ 48 w 48"/>
                  <a:gd name="T11" fmla="*/ 6 h 48"/>
                  <a:gd name="T12" fmla="*/ 42 w 48"/>
                  <a:gd name="T13" fmla="*/ 12 h 48"/>
                  <a:gd name="T14" fmla="*/ 12 w 48"/>
                  <a:gd name="T15" fmla="*/ 12 h 48"/>
                  <a:gd name="T16" fmla="*/ 12 w 48"/>
                  <a:gd name="T17" fmla="*/ 42 h 48"/>
                  <a:gd name="T18" fmla="*/ 6 w 48"/>
                  <a:gd name="T19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6" y="48"/>
                    </a:moveTo>
                    <a:cubicBezTo>
                      <a:pt x="3" y="48"/>
                      <a:pt x="0" y="4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3"/>
                      <a:pt x="48" y="6"/>
                    </a:cubicBezTo>
                    <a:cubicBezTo>
                      <a:pt x="48" y="9"/>
                      <a:pt x="45" y="12"/>
                      <a:pt x="4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5"/>
                      <a:pt x="9" y="48"/>
                      <a:pt x="6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47" name="Freeform 101">
                <a:extLst>
                  <a:ext uri="{FF2B5EF4-FFF2-40B4-BE49-F238E27FC236}">
                    <a16:creationId xmlns:a16="http://schemas.microsoft.com/office/drawing/2014/main" id="{C2FFBD35-8D8A-4E68-9DDE-A49A655D0D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1" y="1790"/>
                <a:ext cx="71" cy="71"/>
              </a:xfrm>
              <a:custGeom>
                <a:avLst/>
                <a:gdLst>
                  <a:gd name="T0" fmla="*/ 42 w 48"/>
                  <a:gd name="T1" fmla="*/ 48 h 48"/>
                  <a:gd name="T2" fmla="*/ 36 w 48"/>
                  <a:gd name="T3" fmla="*/ 42 h 48"/>
                  <a:gd name="T4" fmla="*/ 36 w 48"/>
                  <a:gd name="T5" fmla="*/ 12 h 48"/>
                  <a:gd name="T6" fmla="*/ 6 w 48"/>
                  <a:gd name="T7" fmla="*/ 12 h 48"/>
                  <a:gd name="T8" fmla="*/ 0 w 48"/>
                  <a:gd name="T9" fmla="*/ 6 h 48"/>
                  <a:gd name="T10" fmla="*/ 6 w 48"/>
                  <a:gd name="T11" fmla="*/ 0 h 48"/>
                  <a:gd name="T12" fmla="*/ 42 w 48"/>
                  <a:gd name="T13" fmla="*/ 0 h 48"/>
                  <a:gd name="T14" fmla="*/ 48 w 48"/>
                  <a:gd name="T15" fmla="*/ 6 h 48"/>
                  <a:gd name="T16" fmla="*/ 48 w 48"/>
                  <a:gd name="T17" fmla="*/ 42 h 48"/>
                  <a:gd name="T18" fmla="*/ 42 w 48"/>
                  <a:gd name="T19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42" y="48"/>
                    </a:moveTo>
                    <a:cubicBezTo>
                      <a:pt x="39" y="48"/>
                      <a:pt x="36" y="45"/>
                      <a:pt x="36" y="42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3"/>
                      <a:pt x="48" y="6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8" y="45"/>
                      <a:pt x="45" y="48"/>
                      <a:pt x="42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48" name="Freeform 102">
                <a:extLst>
                  <a:ext uri="{FF2B5EF4-FFF2-40B4-BE49-F238E27FC236}">
                    <a16:creationId xmlns:a16="http://schemas.microsoft.com/office/drawing/2014/main" id="{B3FE117A-CE5D-4778-9509-1CA8B11F2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7" y="2004"/>
                <a:ext cx="71" cy="71"/>
              </a:xfrm>
              <a:custGeom>
                <a:avLst/>
                <a:gdLst>
                  <a:gd name="T0" fmla="*/ 42 w 48"/>
                  <a:gd name="T1" fmla="*/ 48 h 48"/>
                  <a:gd name="T2" fmla="*/ 6 w 48"/>
                  <a:gd name="T3" fmla="*/ 48 h 48"/>
                  <a:gd name="T4" fmla="*/ 0 w 48"/>
                  <a:gd name="T5" fmla="*/ 42 h 48"/>
                  <a:gd name="T6" fmla="*/ 0 w 48"/>
                  <a:gd name="T7" fmla="*/ 6 h 48"/>
                  <a:gd name="T8" fmla="*/ 6 w 48"/>
                  <a:gd name="T9" fmla="*/ 0 h 48"/>
                  <a:gd name="T10" fmla="*/ 12 w 48"/>
                  <a:gd name="T11" fmla="*/ 6 h 48"/>
                  <a:gd name="T12" fmla="*/ 12 w 48"/>
                  <a:gd name="T13" fmla="*/ 36 h 48"/>
                  <a:gd name="T14" fmla="*/ 42 w 48"/>
                  <a:gd name="T15" fmla="*/ 36 h 48"/>
                  <a:gd name="T16" fmla="*/ 48 w 48"/>
                  <a:gd name="T17" fmla="*/ 42 h 48"/>
                  <a:gd name="T18" fmla="*/ 42 w 48"/>
                  <a:gd name="T19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42" y="48"/>
                    </a:moveTo>
                    <a:cubicBezTo>
                      <a:pt x="6" y="48"/>
                      <a:pt x="6" y="48"/>
                      <a:pt x="6" y="48"/>
                    </a:cubicBezTo>
                    <a:cubicBezTo>
                      <a:pt x="3" y="48"/>
                      <a:pt x="0" y="4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42" y="36"/>
                      <a:pt x="42" y="36"/>
                      <a:pt x="42" y="36"/>
                    </a:cubicBezTo>
                    <a:cubicBezTo>
                      <a:pt x="45" y="36"/>
                      <a:pt x="48" y="39"/>
                      <a:pt x="48" y="42"/>
                    </a:cubicBezTo>
                    <a:cubicBezTo>
                      <a:pt x="48" y="45"/>
                      <a:pt x="45" y="48"/>
                      <a:pt x="42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49" name="Freeform 103">
                <a:extLst>
                  <a:ext uri="{FF2B5EF4-FFF2-40B4-BE49-F238E27FC236}">
                    <a16:creationId xmlns:a16="http://schemas.microsoft.com/office/drawing/2014/main" id="{676515AB-CD9B-483E-A14A-741A280839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1" y="2004"/>
                <a:ext cx="71" cy="71"/>
              </a:xfrm>
              <a:custGeom>
                <a:avLst/>
                <a:gdLst>
                  <a:gd name="T0" fmla="*/ 42 w 48"/>
                  <a:gd name="T1" fmla="*/ 48 h 48"/>
                  <a:gd name="T2" fmla="*/ 6 w 48"/>
                  <a:gd name="T3" fmla="*/ 48 h 48"/>
                  <a:gd name="T4" fmla="*/ 0 w 48"/>
                  <a:gd name="T5" fmla="*/ 42 h 48"/>
                  <a:gd name="T6" fmla="*/ 6 w 48"/>
                  <a:gd name="T7" fmla="*/ 36 h 48"/>
                  <a:gd name="T8" fmla="*/ 36 w 48"/>
                  <a:gd name="T9" fmla="*/ 36 h 48"/>
                  <a:gd name="T10" fmla="*/ 36 w 48"/>
                  <a:gd name="T11" fmla="*/ 6 h 48"/>
                  <a:gd name="T12" fmla="*/ 42 w 48"/>
                  <a:gd name="T13" fmla="*/ 0 h 48"/>
                  <a:gd name="T14" fmla="*/ 48 w 48"/>
                  <a:gd name="T15" fmla="*/ 6 h 48"/>
                  <a:gd name="T16" fmla="*/ 48 w 48"/>
                  <a:gd name="T17" fmla="*/ 42 h 48"/>
                  <a:gd name="T18" fmla="*/ 42 w 48"/>
                  <a:gd name="T19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42" y="48"/>
                    </a:moveTo>
                    <a:cubicBezTo>
                      <a:pt x="6" y="48"/>
                      <a:pt x="6" y="48"/>
                      <a:pt x="6" y="48"/>
                    </a:cubicBezTo>
                    <a:cubicBezTo>
                      <a:pt x="3" y="48"/>
                      <a:pt x="0" y="45"/>
                      <a:pt x="0" y="42"/>
                    </a:cubicBezTo>
                    <a:cubicBezTo>
                      <a:pt x="0" y="39"/>
                      <a:pt x="3" y="36"/>
                      <a:pt x="6" y="36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3"/>
                      <a:pt x="39" y="0"/>
                      <a:pt x="42" y="0"/>
                    </a:cubicBezTo>
                    <a:cubicBezTo>
                      <a:pt x="45" y="0"/>
                      <a:pt x="48" y="3"/>
                      <a:pt x="48" y="6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8" y="45"/>
                      <a:pt x="45" y="48"/>
                      <a:pt x="42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50" name="Freeform 104">
                <a:extLst>
                  <a:ext uri="{FF2B5EF4-FFF2-40B4-BE49-F238E27FC236}">
                    <a16:creationId xmlns:a16="http://schemas.microsoft.com/office/drawing/2014/main" id="{DC4ACE6C-0EB5-41AA-A95B-38B1D371FD7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41" y="1844"/>
                <a:ext cx="286" cy="177"/>
              </a:xfrm>
              <a:custGeom>
                <a:avLst/>
                <a:gdLst>
                  <a:gd name="T0" fmla="*/ 97 w 193"/>
                  <a:gd name="T1" fmla="*/ 120 h 120"/>
                  <a:gd name="T2" fmla="*/ 2 w 193"/>
                  <a:gd name="T3" fmla="*/ 64 h 120"/>
                  <a:gd name="T4" fmla="*/ 2 w 193"/>
                  <a:gd name="T5" fmla="*/ 56 h 120"/>
                  <a:gd name="T6" fmla="*/ 97 w 193"/>
                  <a:gd name="T7" fmla="*/ 0 h 120"/>
                  <a:gd name="T8" fmla="*/ 191 w 193"/>
                  <a:gd name="T9" fmla="*/ 56 h 120"/>
                  <a:gd name="T10" fmla="*/ 191 w 193"/>
                  <a:gd name="T11" fmla="*/ 64 h 120"/>
                  <a:gd name="T12" fmla="*/ 97 w 193"/>
                  <a:gd name="T13" fmla="*/ 120 h 120"/>
                  <a:gd name="T14" fmla="*/ 15 w 193"/>
                  <a:gd name="T15" fmla="*/ 60 h 120"/>
                  <a:gd name="T16" fmla="*/ 97 w 193"/>
                  <a:gd name="T17" fmla="*/ 108 h 120"/>
                  <a:gd name="T18" fmla="*/ 179 w 193"/>
                  <a:gd name="T19" fmla="*/ 60 h 120"/>
                  <a:gd name="T20" fmla="*/ 97 w 193"/>
                  <a:gd name="T21" fmla="*/ 12 h 120"/>
                  <a:gd name="T22" fmla="*/ 15 w 193"/>
                  <a:gd name="T23" fmla="*/ 6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120">
                    <a:moveTo>
                      <a:pt x="97" y="120"/>
                    </a:moveTo>
                    <a:cubicBezTo>
                      <a:pt x="53" y="120"/>
                      <a:pt x="4" y="66"/>
                      <a:pt x="2" y="64"/>
                    </a:cubicBezTo>
                    <a:cubicBezTo>
                      <a:pt x="0" y="62"/>
                      <a:pt x="0" y="58"/>
                      <a:pt x="2" y="56"/>
                    </a:cubicBezTo>
                    <a:cubicBezTo>
                      <a:pt x="4" y="54"/>
                      <a:pt x="53" y="0"/>
                      <a:pt x="97" y="0"/>
                    </a:cubicBezTo>
                    <a:cubicBezTo>
                      <a:pt x="141" y="0"/>
                      <a:pt x="189" y="54"/>
                      <a:pt x="191" y="56"/>
                    </a:cubicBezTo>
                    <a:cubicBezTo>
                      <a:pt x="193" y="58"/>
                      <a:pt x="193" y="62"/>
                      <a:pt x="191" y="64"/>
                    </a:cubicBezTo>
                    <a:cubicBezTo>
                      <a:pt x="189" y="66"/>
                      <a:pt x="141" y="120"/>
                      <a:pt x="97" y="120"/>
                    </a:cubicBezTo>
                    <a:close/>
                    <a:moveTo>
                      <a:pt x="15" y="60"/>
                    </a:moveTo>
                    <a:cubicBezTo>
                      <a:pt x="27" y="72"/>
                      <a:pt x="64" y="108"/>
                      <a:pt x="97" y="108"/>
                    </a:cubicBezTo>
                    <a:cubicBezTo>
                      <a:pt x="129" y="108"/>
                      <a:pt x="167" y="72"/>
                      <a:pt x="179" y="60"/>
                    </a:cubicBezTo>
                    <a:cubicBezTo>
                      <a:pt x="167" y="48"/>
                      <a:pt x="129" y="12"/>
                      <a:pt x="97" y="12"/>
                    </a:cubicBezTo>
                    <a:cubicBezTo>
                      <a:pt x="64" y="12"/>
                      <a:pt x="27" y="48"/>
                      <a:pt x="15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51" name="Freeform 105">
                <a:extLst>
                  <a:ext uri="{FF2B5EF4-FFF2-40B4-BE49-F238E27FC236}">
                    <a16:creationId xmlns:a16="http://schemas.microsoft.com/office/drawing/2014/main" id="{F354D475-93F4-4680-9808-3077A87720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31" y="1879"/>
                <a:ext cx="107" cy="107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6" y="72"/>
                      <a:pt x="0" y="5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6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3"/>
                      <a:pt x="12" y="36"/>
                    </a:cubicBezTo>
                    <a:cubicBezTo>
                      <a:pt x="12" y="49"/>
                      <a:pt x="23" y="60"/>
                      <a:pt x="36" y="60"/>
                    </a:cubicBezTo>
                    <a:cubicBezTo>
                      <a:pt x="49" y="60"/>
                      <a:pt x="60" y="49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52" name="Oval 106">
                <a:extLst>
                  <a:ext uri="{FF2B5EF4-FFF2-40B4-BE49-F238E27FC236}">
                    <a16:creationId xmlns:a16="http://schemas.microsoft.com/office/drawing/2014/main" id="{6FCC208C-EE83-49E2-9187-2BF79A6A9F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7" y="1915"/>
                <a:ext cx="35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4D01393-03C7-4679-83E7-951DCF25D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922235" y="5128381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92" name="Group 291" descr="Magnifying Glass with Gear">
              <a:extLst>
                <a:ext uri="{FF2B5EF4-FFF2-40B4-BE49-F238E27FC236}">
                  <a16:creationId xmlns:a16="http://schemas.microsoft.com/office/drawing/2014/main" id="{F48BA31E-7AA3-4584-85BA-97C4F4781E41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/>
            <p:nvPr/>
          </p:nvGrpSpPr>
          <p:grpSpPr>
            <a:xfrm>
              <a:off x="3334652" y="5494451"/>
              <a:ext cx="481666" cy="480536"/>
              <a:chOff x="3334652" y="5494451"/>
              <a:chExt cx="481666" cy="480536"/>
            </a:xfrm>
          </p:grpSpPr>
          <p:sp>
            <p:nvSpPr>
              <p:cNvPr id="269" name="Freeform 61">
                <a:extLst>
                  <a:ext uri="{FF2B5EF4-FFF2-40B4-BE49-F238E27FC236}">
                    <a16:creationId xmlns:a16="http://schemas.microsoft.com/office/drawing/2014/main" id="{2E45376B-40F0-4624-A82D-E3B3845505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34652" y="5494451"/>
                <a:ext cx="421740" cy="420610"/>
              </a:xfrm>
              <a:custGeom>
                <a:avLst/>
                <a:gdLst>
                  <a:gd name="T0" fmla="*/ 126 w 252"/>
                  <a:gd name="T1" fmla="*/ 252 h 252"/>
                  <a:gd name="T2" fmla="*/ 0 w 252"/>
                  <a:gd name="T3" fmla="*/ 126 h 252"/>
                  <a:gd name="T4" fmla="*/ 126 w 252"/>
                  <a:gd name="T5" fmla="*/ 0 h 252"/>
                  <a:gd name="T6" fmla="*/ 252 w 252"/>
                  <a:gd name="T7" fmla="*/ 126 h 252"/>
                  <a:gd name="T8" fmla="*/ 126 w 252"/>
                  <a:gd name="T9" fmla="*/ 252 h 252"/>
                  <a:gd name="T10" fmla="*/ 126 w 252"/>
                  <a:gd name="T11" fmla="*/ 12 h 252"/>
                  <a:gd name="T12" fmla="*/ 12 w 252"/>
                  <a:gd name="T13" fmla="*/ 126 h 252"/>
                  <a:gd name="T14" fmla="*/ 126 w 252"/>
                  <a:gd name="T15" fmla="*/ 240 h 252"/>
                  <a:gd name="T16" fmla="*/ 240 w 252"/>
                  <a:gd name="T17" fmla="*/ 126 h 252"/>
                  <a:gd name="T18" fmla="*/ 126 w 252"/>
                  <a:gd name="T19" fmla="*/ 1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2" h="252">
                    <a:moveTo>
                      <a:pt x="126" y="252"/>
                    </a:moveTo>
                    <a:cubicBezTo>
                      <a:pt x="56" y="252"/>
                      <a:pt x="0" y="195"/>
                      <a:pt x="0" y="126"/>
                    </a:cubicBezTo>
                    <a:cubicBezTo>
                      <a:pt x="0" y="56"/>
                      <a:pt x="56" y="0"/>
                      <a:pt x="126" y="0"/>
                    </a:cubicBezTo>
                    <a:cubicBezTo>
                      <a:pt x="195" y="0"/>
                      <a:pt x="252" y="56"/>
                      <a:pt x="252" y="126"/>
                    </a:cubicBezTo>
                    <a:cubicBezTo>
                      <a:pt x="252" y="195"/>
                      <a:pt x="195" y="252"/>
                      <a:pt x="126" y="252"/>
                    </a:cubicBezTo>
                    <a:close/>
                    <a:moveTo>
                      <a:pt x="126" y="12"/>
                    </a:moveTo>
                    <a:cubicBezTo>
                      <a:pt x="63" y="12"/>
                      <a:pt x="12" y="63"/>
                      <a:pt x="12" y="126"/>
                    </a:cubicBezTo>
                    <a:cubicBezTo>
                      <a:pt x="12" y="188"/>
                      <a:pt x="63" y="240"/>
                      <a:pt x="126" y="240"/>
                    </a:cubicBezTo>
                    <a:cubicBezTo>
                      <a:pt x="188" y="240"/>
                      <a:pt x="240" y="188"/>
                      <a:pt x="240" y="126"/>
                    </a:cubicBezTo>
                    <a:cubicBezTo>
                      <a:pt x="240" y="63"/>
                      <a:pt x="188" y="12"/>
                      <a:pt x="126" y="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70" name="Freeform 62">
                <a:extLst>
                  <a:ext uri="{FF2B5EF4-FFF2-40B4-BE49-F238E27FC236}">
                    <a16:creationId xmlns:a16="http://schemas.microsoft.com/office/drawing/2014/main" id="{01FB9C38-00E5-4D07-B2C7-22EA7EEFC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6115" y="5834784"/>
                <a:ext cx="140203" cy="140203"/>
              </a:xfrm>
              <a:custGeom>
                <a:avLst/>
                <a:gdLst>
                  <a:gd name="T0" fmla="*/ 78 w 84"/>
                  <a:gd name="T1" fmla="*/ 84 h 84"/>
                  <a:gd name="T2" fmla="*/ 73 w 84"/>
                  <a:gd name="T3" fmla="*/ 82 h 84"/>
                  <a:gd name="T4" fmla="*/ 2 w 84"/>
                  <a:gd name="T5" fmla="*/ 11 h 84"/>
                  <a:gd name="T6" fmla="*/ 2 w 84"/>
                  <a:gd name="T7" fmla="*/ 2 h 84"/>
                  <a:gd name="T8" fmla="*/ 11 w 84"/>
                  <a:gd name="T9" fmla="*/ 2 h 84"/>
                  <a:gd name="T10" fmla="*/ 82 w 84"/>
                  <a:gd name="T11" fmla="*/ 73 h 84"/>
                  <a:gd name="T12" fmla="*/ 82 w 84"/>
                  <a:gd name="T13" fmla="*/ 82 h 84"/>
                  <a:gd name="T14" fmla="*/ 78 w 84"/>
                  <a:gd name="T15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4" h="84">
                    <a:moveTo>
                      <a:pt x="78" y="84"/>
                    </a:moveTo>
                    <a:cubicBezTo>
                      <a:pt x="76" y="84"/>
                      <a:pt x="75" y="83"/>
                      <a:pt x="73" y="82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8"/>
                      <a:pt x="0" y="5"/>
                      <a:pt x="2" y="2"/>
                    </a:cubicBezTo>
                    <a:cubicBezTo>
                      <a:pt x="5" y="0"/>
                      <a:pt x="8" y="0"/>
                      <a:pt x="11" y="2"/>
                    </a:cubicBezTo>
                    <a:cubicBezTo>
                      <a:pt x="82" y="73"/>
                      <a:pt x="82" y="73"/>
                      <a:pt x="82" y="73"/>
                    </a:cubicBezTo>
                    <a:cubicBezTo>
                      <a:pt x="84" y="76"/>
                      <a:pt x="84" y="80"/>
                      <a:pt x="82" y="82"/>
                    </a:cubicBezTo>
                    <a:cubicBezTo>
                      <a:pt x="81" y="83"/>
                      <a:pt x="79" y="84"/>
                      <a:pt x="78" y="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71" name="Freeform 63">
                <a:extLst>
                  <a:ext uri="{FF2B5EF4-FFF2-40B4-BE49-F238E27FC236}">
                    <a16:creationId xmlns:a16="http://schemas.microsoft.com/office/drawing/2014/main" id="{958124DC-23A3-4878-BBF5-D40602F9CB1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07015" y="5564553"/>
                <a:ext cx="275884" cy="280407"/>
              </a:xfrm>
              <a:custGeom>
                <a:avLst/>
                <a:gdLst>
                  <a:gd name="T0" fmla="*/ 66 w 165"/>
                  <a:gd name="T1" fmla="*/ 168 h 168"/>
                  <a:gd name="T2" fmla="*/ 60 w 165"/>
                  <a:gd name="T3" fmla="*/ 146 h 168"/>
                  <a:gd name="T4" fmla="*/ 27 w 165"/>
                  <a:gd name="T5" fmla="*/ 143 h 168"/>
                  <a:gd name="T6" fmla="*/ 1 w 165"/>
                  <a:gd name="T7" fmla="*/ 110 h 168"/>
                  <a:gd name="T8" fmla="*/ 3 w 165"/>
                  <a:gd name="T9" fmla="*/ 102 h 168"/>
                  <a:gd name="T10" fmla="*/ 17 w 165"/>
                  <a:gd name="T11" fmla="*/ 74 h 168"/>
                  <a:gd name="T12" fmla="*/ 0 w 165"/>
                  <a:gd name="T13" fmla="*/ 62 h 168"/>
                  <a:gd name="T14" fmla="*/ 19 w 165"/>
                  <a:gd name="T15" fmla="*/ 26 h 168"/>
                  <a:gd name="T16" fmla="*/ 42 w 165"/>
                  <a:gd name="T17" fmla="*/ 32 h 168"/>
                  <a:gd name="T18" fmla="*/ 60 w 165"/>
                  <a:gd name="T19" fmla="*/ 6 h 168"/>
                  <a:gd name="T20" fmla="*/ 102 w 165"/>
                  <a:gd name="T21" fmla="*/ 0 h 168"/>
                  <a:gd name="T22" fmla="*/ 108 w 165"/>
                  <a:gd name="T23" fmla="*/ 23 h 168"/>
                  <a:gd name="T24" fmla="*/ 138 w 165"/>
                  <a:gd name="T25" fmla="*/ 24 h 168"/>
                  <a:gd name="T26" fmla="*/ 146 w 165"/>
                  <a:gd name="T27" fmla="*/ 26 h 168"/>
                  <a:gd name="T28" fmla="*/ 165 w 165"/>
                  <a:gd name="T29" fmla="*/ 62 h 168"/>
                  <a:gd name="T30" fmla="*/ 148 w 165"/>
                  <a:gd name="T31" fmla="*/ 74 h 168"/>
                  <a:gd name="T32" fmla="*/ 162 w 165"/>
                  <a:gd name="T33" fmla="*/ 102 h 168"/>
                  <a:gd name="T34" fmla="*/ 164 w 165"/>
                  <a:gd name="T35" fmla="*/ 110 h 168"/>
                  <a:gd name="T36" fmla="*/ 143 w 165"/>
                  <a:gd name="T37" fmla="*/ 144 h 168"/>
                  <a:gd name="T38" fmla="*/ 124 w 165"/>
                  <a:gd name="T39" fmla="*/ 135 h 168"/>
                  <a:gd name="T40" fmla="*/ 108 w 165"/>
                  <a:gd name="T41" fmla="*/ 162 h 168"/>
                  <a:gd name="T42" fmla="*/ 72 w 165"/>
                  <a:gd name="T43" fmla="*/ 156 h 168"/>
                  <a:gd name="T44" fmla="*/ 96 w 165"/>
                  <a:gd name="T45" fmla="*/ 141 h 168"/>
                  <a:gd name="T46" fmla="*/ 120 w 165"/>
                  <a:gd name="T47" fmla="*/ 123 h 168"/>
                  <a:gd name="T48" fmla="*/ 139 w 165"/>
                  <a:gd name="T49" fmla="*/ 130 h 168"/>
                  <a:gd name="T50" fmla="*/ 138 w 165"/>
                  <a:gd name="T51" fmla="*/ 102 h 168"/>
                  <a:gd name="T52" fmla="*/ 135 w 165"/>
                  <a:gd name="T53" fmla="*/ 72 h 168"/>
                  <a:gd name="T54" fmla="*/ 151 w 165"/>
                  <a:gd name="T55" fmla="*/ 58 h 168"/>
                  <a:gd name="T56" fmla="*/ 127 w 165"/>
                  <a:gd name="T57" fmla="*/ 45 h 168"/>
                  <a:gd name="T58" fmla="*/ 100 w 165"/>
                  <a:gd name="T59" fmla="*/ 32 h 168"/>
                  <a:gd name="T60" fmla="*/ 96 w 165"/>
                  <a:gd name="T61" fmla="*/ 12 h 168"/>
                  <a:gd name="T62" fmla="*/ 72 w 165"/>
                  <a:gd name="T63" fmla="*/ 26 h 168"/>
                  <a:gd name="T64" fmla="*/ 47 w 165"/>
                  <a:gd name="T65" fmla="*/ 44 h 168"/>
                  <a:gd name="T66" fmla="*/ 27 w 165"/>
                  <a:gd name="T67" fmla="*/ 37 h 168"/>
                  <a:gd name="T68" fmla="*/ 27 w 165"/>
                  <a:gd name="T69" fmla="*/ 65 h 168"/>
                  <a:gd name="T70" fmla="*/ 30 w 165"/>
                  <a:gd name="T71" fmla="*/ 95 h 168"/>
                  <a:gd name="T72" fmla="*/ 14 w 165"/>
                  <a:gd name="T73" fmla="*/ 109 h 168"/>
                  <a:gd name="T74" fmla="*/ 40 w 165"/>
                  <a:gd name="T75" fmla="*/ 123 h 168"/>
                  <a:gd name="T76" fmla="*/ 67 w 165"/>
                  <a:gd name="T77" fmla="*/ 135 h 168"/>
                  <a:gd name="T78" fmla="*/ 72 w 165"/>
                  <a:gd name="T79" fmla="*/ 15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65" h="168">
                    <a:moveTo>
                      <a:pt x="102" y="168"/>
                    </a:moveTo>
                    <a:cubicBezTo>
                      <a:pt x="66" y="168"/>
                      <a:pt x="66" y="168"/>
                      <a:pt x="66" y="168"/>
                    </a:cubicBezTo>
                    <a:cubicBezTo>
                      <a:pt x="63" y="168"/>
                      <a:pt x="60" y="165"/>
                      <a:pt x="60" y="162"/>
                    </a:cubicBezTo>
                    <a:cubicBezTo>
                      <a:pt x="60" y="146"/>
                      <a:pt x="60" y="146"/>
                      <a:pt x="60" y="146"/>
                    </a:cubicBezTo>
                    <a:cubicBezTo>
                      <a:pt x="52" y="143"/>
                      <a:pt x="47" y="139"/>
                      <a:pt x="42" y="135"/>
                    </a:cubicBezTo>
                    <a:cubicBezTo>
                      <a:pt x="27" y="143"/>
                      <a:pt x="27" y="143"/>
                      <a:pt x="27" y="143"/>
                    </a:cubicBezTo>
                    <a:cubicBezTo>
                      <a:pt x="24" y="145"/>
                      <a:pt x="21" y="144"/>
                      <a:pt x="19" y="141"/>
                    </a:cubicBezTo>
                    <a:cubicBezTo>
                      <a:pt x="1" y="110"/>
                      <a:pt x="1" y="110"/>
                      <a:pt x="1" y="110"/>
                    </a:cubicBezTo>
                    <a:cubicBezTo>
                      <a:pt x="0" y="109"/>
                      <a:pt x="0" y="107"/>
                      <a:pt x="0" y="106"/>
                    </a:cubicBezTo>
                    <a:cubicBezTo>
                      <a:pt x="1" y="104"/>
                      <a:pt x="2" y="103"/>
                      <a:pt x="3" y="102"/>
                    </a:cubicBezTo>
                    <a:cubicBezTo>
                      <a:pt x="17" y="94"/>
                      <a:pt x="17" y="94"/>
                      <a:pt x="17" y="94"/>
                    </a:cubicBezTo>
                    <a:cubicBezTo>
                      <a:pt x="16" y="87"/>
                      <a:pt x="16" y="80"/>
                      <a:pt x="17" y="74"/>
                    </a:cubicBezTo>
                    <a:cubicBezTo>
                      <a:pt x="3" y="65"/>
                      <a:pt x="3" y="65"/>
                      <a:pt x="3" y="65"/>
                    </a:cubicBezTo>
                    <a:cubicBezTo>
                      <a:pt x="2" y="65"/>
                      <a:pt x="1" y="63"/>
                      <a:pt x="0" y="62"/>
                    </a:cubicBezTo>
                    <a:cubicBezTo>
                      <a:pt x="0" y="60"/>
                      <a:pt x="0" y="59"/>
                      <a:pt x="1" y="57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21" y="23"/>
                      <a:pt x="25" y="22"/>
                      <a:pt x="27" y="24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7" y="28"/>
                      <a:pt x="52" y="24"/>
                      <a:pt x="60" y="22"/>
                    </a:cubicBezTo>
                    <a:cubicBezTo>
                      <a:pt x="60" y="6"/>
                      <a:pt x="60" y="6"/>
                      <a:pt x="60" y="6"/>
                    </a:cubicBezTo>
                    <a:cubicBezTo>
                      <a:pt x="60" y="2"/>
                      <a:pt x="63" y="0"/>
                      <a:pt x="66" y="0"/>
                    </a:cubicBezTo>
                    <a:cubicBezTo>
                      <a:pt x="102" y="0"/>
                      <a:pt x="102" y="0"/>
                      <a:pt x="102" y="0"/>
                    </a:cubicBezTo>
                    <a:cubicBezTo>
                      <a:pt x="105" y="0"/>
                      <a:pt x="108" y="2"/>
                      <a:pt x="108" y="6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15" y="26"/>
                      <a:pt x="120" y="29"/>
                      <a:pt x="124" y="32"/>
                    </a:cubicBezTo>
                    <a:cubicBezTo>
                      <a:pt x="138" y="24"/>
                      <a:pt x="138" y="24"/>
                      <a:pt x="138" y="24"/>
                    </a:cubicBezTo>
                    <a:cubicBezTo>
                      <a:pt x="139" y="23"/>
                      <a:pt x="141" y="23"/>
                      <a:pt x="143" y="23"/>
                    </a:cubicBezTo>
                    <a:cubicBezTo>
                      <a:pt x="144" y="24"/>
                      <a:pt x="146" y="25"/>
                      <a:pt x="146" y="26"/>
                    </a:cubicBezTo>
                    <a:cubicBezTo>
                      <a:pt x="164" y="57"/>
                      <a:pt x="164" y="57"/>
                      <a:pt x="164" y="57"/>
                    </a:cubicBezTo>
                    <a:cubicBezTo>
                      <a:pt x="165" y="59"/>
                      <a:pt x="165" y="60"/>
                      <a:pt x="165" y="62"/>
                    </a:cubicBezTo>
                    <a:cubicBezTo>
                      <a:pt x="165" y="63"/>
                      <a:pt x="164" y="65"/>
                      <a:pt x="162" y="65"/>
                    </a:cubicBezTo>
                    <a:cubicBezTo>
                      <a:pt x="148" y="74"/>
                      <a:pt x="148" y="74"/>
                      <a:pt x="148" y="74"/>
                    </a:cubicBezTo>
                    <a:cubicBezTo>
                      <a:pt x="149" y="80"/>
                      <a:pt x="149" y="87"/>
                      <a:pt x="148" y="94"/>
                    </a:cubicBezTo>
                    <a:cubicBezTo>
                      <a:pt x="162" y="102"/>
                      <a:pt x="162" y="102"/>
                      <a:pt x="162" y="102"/>
                    </a:cubicBezTo>
                    <a:cubicBezTo>
                      <a:pt x="164" y="103"/>
                      <a:pt x="165" y="104"/>
                      <a:pt x="165" y="106"/>
                    </a:cubicBezTo>
                    <a:cubicBezTo>
                      <a:pt x="165" y="107"/>
                      <a:pt x="165" y="109"/>
                      <a:pt x="164" y="110"/>
                    </a:cubicBezTo>
                    <a:cubicBezTo>
                      <a:pt x="146" y="141"/>
                      <a:pt x="146" y="141"/>
                      <a:pt x="146" y="141"/>
                    </a:cubicBezTo>
                    <a:cubicBezTo>
                      <a:pt x="146" y="143"/>
                      <a:pt x="144" y="144"/>
                      <a:pt x="143" y="144"/>
                    </a:cubicBezTo>
                    <a:cubicBezTo>
                      <a:pt x="141" y="144"/>
                      <a:pt x="139" y="144"/>
                      <a:pt x="138" y="143"/>
                    </a:cubicBezTo>
                    <a:cubicBezTo>
                      <a:pt x="124" y="135"/>
                      <a:pt x="124" y="135"/>
                      <a:pt x="124" y="135"/>
                    </a:cubicBezTo>
                    <a:cubicBezTo>
                      <a:pt x="120" y="138"/>
                      <a:pt x="115" y="142"/>
                      <a:pt x="108" y="145"/>
                    </a:cubicBezTo>
                    <a:cubicBezTo>
                      <a:pt x="108" y="162"/>
                      <a:pt x="108" y="162"/>
                      <a:pt x="108" y="162"/>
                    </a:cubicBezTo>
                    <a:cubicBezTo>
                      <a:pt x="108" y="165"/>
                      <a:pt x="105" y="168"/>
                      <a:pt x="102" y="168"/>
                    </a:cubicBezTo>
                    <a:close/>
                    <a:moveTo>
                      <a:pt x="72" y="156"/>
                    </a:moveTo>
                    <a:cubicBezTo>
                      <a:pt x="96" y="156"/>
                      <a:pt x="96" y="156"/>
                      <a:pt x="96" y="156"/>
                    </a:cubicBezTo>
                    <a:cubicBezTo>
                      <a:pt x="96" y="141"/>
                      <a:pt x="96" y="141"/>
                      <a:pt x="96" y="141"/>
                    </a:cubicBezTo>
                    <a:cubicBezTo>
                      <a:pt x="96" y="139"/>
                      <a:pt x="97" y="136"/>
                      <a:pt x="100" y="135"/>
                    </a:cubicBezTo>
                    <a:cubicBezTo>
                      <a:pt x="109" y="131"/>
                      <a:pt x="115" y="127"/>
                      <a:pt x="120" y="123"/>
                    </a:cubicBezTo>
                    <a:cubicBezTo>
                      <a:pt x="122" y="122"/>
                      <a:pt x="125" y="121"/>
                      <a:pt x="127" y="123"/>
                    </a:cubicBezTo>
                    <a:cubicBezTo>
                      <a:pt x="139" y="130"/>
                      <a:pt x="139" y="130"/>
                      <a:pt x="139" y="130"/>
                    </a:cubicBezTo>
                    <a:cubicBezTo>
                      <a:pt x="151" y="109"/>
                      <a:pt x="151" y="109"/>
                      <a:pt x="151" y="109"/>
                    </a:cubicBezTo>
                    <a:cubicBezTo>
                      <a:pt x="138" y="102"/>
                      <a:pt x="138" y="102"/>
                      <a:pt x="138" y="102"/>
                    </a:cubicBezTo>
                    <a:cubicBezTo>
                      <a:pt x="136" y="101"/>
                      <a:pt x="135" y="98"/>
                      <a:pt x="135" y="95"/>
                    </a:cubicBezTo>
                    <a:cubicBezTo>
                      <a:pt x="137" y="87"/>
                      <a:pt x="137" y="80"/>
                      <a:pt x="135" y="72"/>
                    </a:cubicBezTo>
                    <a:cubicBezTo>
                      <a:pt x="135" y="69"/>
                      <a:pt x="136" y="67"/>
                      <a:pt x="138" y="65"/>
                    </a:cubicBezTo>
                    <a:cubicBezTo>
                      <a:pt x="151" y="58"/>
                      <a:pt x="151" y="58"/>
                      <a:pt x="151" y="58"/>
                    </a:cubicBezTo>
                    <a:cubicBezTo>
                      <a:pt x="139" y="37"/>
                      <a:pt x="139" y="37"/>
                      <a:pt x="139" y="37"/>
                    </a:cubicBezTo>
                    <a:cubicBezTo>
                      <a:pt x="127" y="45"/>
                      <a:pt x="127" y="45"/>
                      <a:pt x="127" y="45"/>
                    </a:cubicBezTo>
                    <a:cubicBezTo>
                      <a:pt x="125" y="46"/>
                      <a:pt x="122" y="46"/>
                      <a:pt x="120" y="44"/>
                    </a:cubicBezTo>
                    <a:cubicBezTo>
                      <a:pt x="116" y="40"/>
                      <a:pt x="109" y="36"/>
                      <a:pt x="100" y="32"/>
                    </a:cubicBezTo>
                    <a:cubicBezTo>
                      <a:pt x="97" y="31"/>
                      <a:pt x="96" y="29"/>
                      <a:pt x="96" y="26"/>
                    </a:cubicBezTo>
                    <a:cubicBezTo>
                      <a:pt x="96" y="12"/>
                      <a:pt x="96" y="12"/>
                      <a:pt x="96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26"/>
                      <a:pt x="72" y="26"/>
                      <a:pt x="72" y="26"/>
                    </a:cubicBezTo>
                    <a:cubicBezTo>
                      <a:pt x="72" y="29"/>
                      <a:pt x="70" y="32"/>
                      <a:pt x="67" y="32"/>
                    </a:cubicBezTo>
                    <a:cubicBezTo>
                      <a:pt x="57" y="35"/>
                      <a:pt x="53" y="38"/>
                      <a:pt x="47" y="44"/>
                    </a:cubicBezTo>
                    <a:cubicBezTo>
                      <a:pt x="45" y="45"/>
                      <a:pt x="42" y="46"/>
                      <a:pt x="40" y="45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14" y="58"/>
                      <a:pt x="14" y="58"/>
                      <a:pt x="14" y="58"/>
                    </a:cubicBezTo>
                    <a:cubicBezTo>
                      <a:pt x="27" y="65"/>
                      <a:pt x="27" y="65"/>
                      <a:pt x="27" y="65"/>
                    </a:cubicBezTo>
                    <a:cubicBezTo>
                      <a:pt x="29" y="67"/>
                      <a:pt x="31" y="69"/>
                      <a:pt x="30" y="72"/>
                    </a:cubicBezTo>
                    <a:cubicBezTo>
                      <a:pt x="28" y="80"/>
                      <a:pt x="28" y="88"/>
                      <a:pt x="30" y="95"/>
                    </a:cubicBezTo>
                    <a:cubicBezTo>
                      <a:pt x="31" y="98"/>
                      <a:pt x="29" y="101"/>
                      <a:pt x="27" y="102"/>
                    </a:cubicBezTo>
                    <a:cubicBezTo>
                      <a:pt x="14" y="109"/>
                      <a:pt x="14" y="109"/>
                      <a:pt x="14" y="109"/>
                    </a:cubicBezTo>
                    <a:cubicBezTo>
                      <a:pt x="26" y="130"/>
                      <a:pt x="26" y="130"/>
                      <a:pt x="26" y="130"/>
                    </a:cubicBezTo>
                    <a:cubicBezTo>
                      <a:pt x="40" y="123"/>
                      <a:pt x="40" y="123"/>
                      <a:pt x="40" y="123"/>
                    </a:cubicBezTo>
                    <a:cubicBezTo>
                      <a:pt x="42" y="121"/>
                      <a:pt x="45" y="122"/>
                      <a:pt x="47" y="123"/>
                    </a:cubicBezTo>
                    <a:cubicBezTo>
                      <a:pt x="53" y="129"/>
                      <a:pt x="57" y="133"/>
                      <a:pt x="67" y="135"/>
                    </a:cubicBezTo>
                    <a:cubicBezTo>
                      <a:pt x="70" y="136"/>
                      <a:pt x="72" y="138"/>
                      <a:pt x="72" y="141"/>
                    </a:cubicBezTo>
                    <a:lnTo>
                      <a:pt x="72" y="15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72" name="Freeform 64">
                <a:extLst>
                  <a:ext uri="{FF2B5EF4-FFF2-40B4-BE49-F238E27FC236}">
                    <a16:creationId xmlns:a16="http://schemas.microsoft.com/office/drawing/2014/main" id="{C454EA82-34EB-4064-A1AB-4FF32255CF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5207" y="5655007"/>
                <a:ext cx="100630" cy="99499"/>
              </a:xfrm>
              <a:custGeom>
                <a:avLst/>
                <a:gdLst>
                  <a:gd name="T0" fmla="*/ 30 w 60"/>
                  <a:gd name="T1" fmla="*/ 60 h 60"/>
                  <a:gd name="T2" fmla="*/ 0 w 60"/>
                  <a:gd name="T3" fmla="*/ 30 h 60"/>
                  <a:gd name="T4" fmla="*/ 30 w 60"/>
                  <a:gd name="T5" fmla="*/ 0 h 60"/>
                  <a:gd name="T6" fmla="*/ 60 w 60"/>
                  <a:gd name="T7" fmla="*/ 30 h 60"/>
                  <a:gd name="T8" fmla="*/ 30 w 60"/>
                  <a:gd name="T9" fmla="*/ 60 h 60"/>
                  <a:gd name="T10" fmla="*/ 30 w 60"/>
                  <a:gd name="T11" fmla="*/ 12 h 60"/>
                  <a:gd name="T12" fmla="*/ 12 w 60"/>
                  <a:gd name="T13" fmla="*/ 30 h 60"/>
                  <a:gd name="T14" fmla="*/ 30 w 60"/>
                  <a:gd name="T15" fmla="*/ 48 h 60"/>
                  <a:gd name="T16" fmla="*/ 48 w 60"/>
                  <a:gd name="T17" fmla="*/ 30 h 60"/>
                  <a:gd name="T18" fmla="*/ 30 w 60"/>
                  <a:gd name="T19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13" y="60"/>
                      <a:pt x="0" y="46"/>
                      <a:pt x="0" y="30"/>
                    </a:cubicBezTo>
                    <a:cubicBezTo>
                      <a:pt x="0" y="13"/>
                      <a:pt x="13" y="0"/>
                      <a:pt x="30" y="0"/>
                    </a:cubicBezTo>
                    <a:cubicBezTo>
                      <a:pt x="46" y="0"/>
                      <a:pt x="60" y="13"/>
                      <a:pt x="60" y="30"/>
                    </a:cubicBezTo>
                    <a:cubicBezTo>
                      <a:pt x="60" y="46"/>
                      <a:pt x="46" y="60"/>
                      <a:pt x="30" y="60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40"/>
                      <a:pt x="20" y="48"/>
                      <a:pt x="30" y="48"/>
                    </a:cubicBezTo>
                    <a:cubicBezTo>
                      <a:pt x="40" y="48"/>
                      <a:pt x="48" y="40"/>
                      <a:pt x="48" y="30"/>
                    </a:cubicBezTo>
                    <a:cubicBezTo>
                      <a:pt x="48" y="20"/>
                      <a:pt x="40" y="12"/>
                      <a:pt x="30" y="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A645613-53B4-4EF8-9812-5C05CCABD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92852" y="5128381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18" name="Group 92" descr="Mobile Devices">
              <a:extLst>
                <a:ext uri="{FF2B5EF4-FFF2-40B4-BE49-F238E27FC236}">
                  <a16:creationId xmlns:a16="http://schemas.microsoft.com/office/drawing/2014/main" id="{31551495-91F7-4850-8C44-FF6CC6BB7BBD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560155" y="5528336"/>
              <a:ext cx="578644" cy="412766"/>
              <a:chOff x="341" y="1769"/>
              <a:chExt cx="450" cy="321"/>
            </a:xfrm>
            <a:solidFill>
              <a:schemeClr val="accent1"/>
            </a:solidFill>
          </p:grpSpPr>
          <p:sp>
            <p:nvSpPr>
              <p:cNvPr id="219" name="Freeform 93">
                <a:extLst>
                  <a:ext uri="{FF2B5EF4-FFF2-40B4-BE49-F238E27FC236}">
                    <a16:creationId xmlns:a16="http://schemas.microsoft.com/office/drawing/2014/main" id="{D6B7892C-0091-470E-9716-17FD9AD771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7" y="1923"/>
                <a:ext cx="101" cy="167"/>
              </a:xfrm>
              <a:custGeom>
                <a:avLst/>
                <a:gdLst>
                  <a:gd name="T0" fmla="*/ 68 w 68"/>
                  <a:gd name="T1" fmla="*/ 14 h 113"/>
                  <a:gd name="T2" fmla="*/ 54 w 68"/>
                  <a:gd name="T3" fmla="*/ 0 h 113"/>
                  <a:gd name="T4" fmla="*/ 13 w 68"/>
                  <a:gd name="T5" fmla="*/ 0 h 113"/>
                  <a:gd name="T6" fmla="*/ 0 w 68"/>
                  <a:gd name="T7" fmla="*/ 14 h 113"/>
                  <a:gd name="T8" fmla="*/ 0 w 68"/>
                  <a:gd name="T9" fmla="*/ 100 h 113"/>
                  <a:gd name="T10" fmla="*/ 13 w 68"/>
                  <a:gd name="T11" fmla="*/ 113 h 113"/>
                  <a:gd name="T12" fmla="*/ 54 w 68"/>
                  <a:gd name="T13" fmla="*/ 113 h 113"/>
                  <a:gd name="T14" fmla="*/ 68 w 68"/>
                  <a:gd name="T15" fmla="*/ 100 h 113"/>
                  <a:gd name="T16" fmla="*/ 68 w 68"/>
                  <a:gd name="T17" fmla="*/ 14 h 113"/>
                  <a:gd name="T18" fmla="*/ 58 w 68"/>
                  <a:gd name="T19" fmla="*/ 100 h 113"/>
                  <a:gd name="T20" fmla="*/ 54 w 68"/>
                  <a:gd name="T21" fmla="*/ 104 h 113"/>
                  <a:gd name="T22" fmla="*/ 13 w 68"/>
                  <a:gd name="T23" fmla="*/ 104 h 113"/>
                  <a:gd name="T24" fmla="*/ 9 w 68"/>
                  <a:gd name="T25" fmla="*/ 100 h 113"/>
                  <a:gd name="T26" fmla="*/ 9 w 68"/>
                  <a:gd name="T27" fmla="*/ 90 h 113"/>
                  <a:gd name="T28" fmla="*/ 58 w 68"/>
                  <a:gd name="T29" fmla="*/ 90 h 113"/>
                  <a:gd name="T30" fmla="*/ 58 w 68"/>
                  <a:gd name="T31" fmla="*/ 100 h 113"/>
                  <a:gd name="T32" fmla="*/ 58 w 68"/>
                  <a:gd name="T33" fmla="*/ 81 h 113"/>
                  <a:gd name="T34" fmla="*/ 9 w 68"/>
                  <a:gd name="T35" fmla="*/ 81 h 113"/>
                  <a:gd name="T36" fmla="*/ 9 w 68"/>
                  <a:gd name="T37" fmla="*/ 31 h 113"/>
                  <a:gd name="T38" fmla="*/ 58 w 68"/>
                  <a:gd name="T39" fmla="*/ 31 h 113"/>
                  <a:gd name="T40" fmla="*/ 58 w 68"/>
                  <a:gd name="T41" fmla="*/ 81 h 113"/>
                  <a:gd name="T42" fmla="*/ 58 w 68"/>
                  <a:gd name="T43" fmla="*/ 22 h 113"/>
                  <a:gd name="T44" fmla="*/ 9 w 68"/>
                  <a:gd name="T45" fmla="*/ 22 h 113"/>
                  <a:gd name="T46" fmla="*/ 9 w 68"/>
                  <a:gd name="T47" fmla="*/ 14 h 113"/>
                  <a:gd name="T48" fmla="*/ 13 w 68"/>
                  <a:gd name="T49" fmla="*/ 9 h 113"/>
                  <a:gd name="T50" fmla="*/ 54 w 68"/>
                  <a:gd name="T51" fmla="*/ 9 h 113"/>
                  <a:gd name="T52" fmla="*/ 58 w 68"/>
                  <a:gd name="T53" fmla="*/ 14 h 113"/>
                  <a:gd name="T54" fmla="*/ 58 w 68"/>
                  <a:gd name="T55" fmla="*/ 22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8" h="113">
                    <a:moveTo>
                      <a:pt x="68" y="14"/>
                    </a:moveTo>
                    <a:cubicBezTo>
                      <a:pt x="68" y="6"/>
                      <a:pt x="62" y="0"/>
                      <a:pt x="5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6" y="0"/>
                      <a:pt x="0" y="6"/>
                      <a:pt x="0" y="14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0" y="107"/>
                      <a:pt x="6" y="113"/>
                      <a:pt x="13" y="113"/>
                    </a:cubicBezTo>
                    <a:cubicBezTo>
                      <a:pt x="54" y="113"/>
                      <a:pt x="54" y="113"/>
                      <a:pt x="54" y="113"/>
                    </a:cubicBezTo>
                    <a:cubicBezTo>
                      <a:pt x="62" y="113"/>
                      <a:pt x="68" y="107"/>
                      <a:pt x="68" y="100"/>
                    </a:cubicBezTo>
                    <a:lnTo>
                      <a:pt x="68" y="14"/>
                    </a:lnTo>
                    <a:close/>
                    <a:moveTo>
                      <a:pt x="58" y="100"/>
                    </a:moveTo>
                    <a:cubicBezTo>
                      <a:pt x="58" y="102"/>
                      <a:pt x="56" y="104"/>
                      <a:pt x="54" y="104"/>
                    </a:cubicBezTo>
                    <a:cubicBezTo>
                      <a:pt x="13" y="104"/>
                      <a:pt x="13" y="104"/>
                      <a:pt x="13" y="104"/>
                    </a:cubicBezTo>
                    <a:cubicBezTo>
                      <a:pt x="11" y="104"/>
                      <a:pt x="9" y="102"/>
                      <a:pt x="9" y="100"/>
                    </a:cubicBezTo>
                    <a:cubicBezTo>
                      <a:pt x="9" y="90"/>
                      <a:pt x="9" y="90"/>
                      <a:pt x="9" y="90"/>
                    </a:cubicBezTo>
                    <a:cubicBezTo>
                      <a:pt x="58" y="90"/>
                      <a:pt x="58" y="90"/>
                      <a:pt x="58" y="90"/>
                    </a:cubicBezTo>
                    <a:lnTo>
                      <a:pt x="58" y="100"/>
                    </a:lnTo>
                    <a:close/>
                    <a:moveTo>
                      <a:pt x="58" y="81"/>
                    </a:moveTo>
                    <a:cubicBezTo>
                      <a:pt x="9" y="81"/>
                      <a:pt x="9" y="81"/>
                      <a:pt x="9" y="81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58" y="31"/>
                      <a:pt x="58" y="31"/>
                      <a:pt x="58" y="31"/>
                    </a:cubicBezTo>
                    <a:lnTo>
                      <a:pt x="58" y="81"/>
                    </a:lnTo>
                    <a:close/>
                    <a:moveTo>
                      <a:pt x="58" y="22"/>
                    </a:moveTo>
                    <a:cubicBezTo>
                      <a:pt x="9" y="22"/>
                      <a:pt x="9" y="22"/>
                      <a:pt x="9" y="22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11"/>
                      <a:pt x="11" y="9"/>
                      <a:pt x="13" y="9"/>
                    </a:cubicBezTo>
                    <a:cubicBezTo>
                      <a:pt x="54" y="9"/>
                      <a:pt x="54" y="9"/>
                      <a:pt x="54" y="9"/>
                    </a:cubicBezTo>
                    <a:cubicBezTo>
                      <a:pt x="56" y="9"/>
                      <a:pt x="58" y="11"/>
                      <a:pt x="58" y="14"/>
                    </a:cubicBezTo>
                    <a:lnTo>
                      <a:pt x="58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20" name="Freeform 94">
                <a:extLst>
                  <a:ext uri="{FF2B5EF4-FFF2-40B4-BE49-F238E27FC236}">
                    <a16:creationId xmlns:a16="http://schemas.microsoft.com/office/drawing/2014/main" id="{CFC1290C-B6B5-4AD5-8B17-68795A6F8B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" y="1806"/>
                <a:ext cx="321" cy="194"/>
              </a:xfrm>
              <a:custGeom>
                <a:avLst/>
                <a:gdLst>
                  <a:gd name="T0" fmla="*/ 217 w 217"/>
                  <a:gd name="T1" fmla="*/ 5 h 131"/>
                  <a:gd name="T2" fmla="*/ 212 w 217"/>
                  <a:gd name="T3" fmla="*/ 0 h 131"/>
                  <a:gd name="T4" fmla="*/ 5 w 217"/>
                  <a:gd name="T5" fmla="*/ 0 h 131"/>
                  <a:gd name="T6" fmla="*/ 0 w 217"/>
                  <a:gd name="T7" fmla="*/ 5 h 131"/>
                  <a:gd name="T8" fmla="*/ 0 w 217"/>
                  <a:gd name="T9" fmla="*/ 29 h 131"/>
                  <a:gd name="T10" fmla="*/ 10 w 217"/>
                  <a:gd name="T11" fmla="*/ 29 h 131"/>
                  <a:gd name="T12" fmla="*/ 10 w 217"/>
                  <a:gd name="T13" fmla="*/ 10 h 131"/>
                  <a:gd name="T14" fmla="*/ 207 w 217"/>
                  <a:gd name="T15" fmla="*/ 10 h 131"/>
                  <a:gd name="T16" fmla="*/ 207 w 217"/>
                  <a:gd name="T17" fmla="*/ 121 h 131"/>
                  <a:gd name="T18" fmla="*/ 97 w 217"/>
                  <a:gd name="T19" fmla="*/ 121 h 131"/>
                  <a:gd name="T20" fmla="*/ 97 w 217"/>
                  <a:gd name="T21" fmla="*/ 131 h 131"/>
                  <a:gd name="T22" fmla="*/ 212 w 217"/>
                  <a:gd name="T23" fmla="*/ 131 h 131"/>
                  <a:gd name="T24" fmla="*/ 217 w 217"/>
                  <a:gd name="T25" fmla="*/ 126 h 131"/>
                  <a:gd name="T26" fmla="*/ 217 w 217"/>
                  <a:gd name="T27" fmla="*/ 5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7" h="131">
                    <a:moveTo>
                      <a:pt x="217" y="5"/>
                    </a:moveTo>
                    <a:cubicBezTo>
                      <a:pt x="217" y="2"/>
                      <a:pt x="215" y="0"/>
                      <a:pt x="212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207" y="10"/>
                      <a:pt x="207" y="10"/>
                      <a:pt x="207" y="10"/>
                    </a:cubicBezTo>
                    <a:cubicBezTo>
                      <a:pt x="207" y="121"/>
                      <a:pt x="207" y="121"/>
                      <a:pt x="207" y="121"/>
                    </a:cubicBezTo>
                    <a:cubicBezTo>
                      <a:pt x="97" y="121"/>
                      <a:pt x="97" y="121"/>
                      <a:pt x="97" y="121"/>
                    </a:cubicBezTo>
                    <a:cubicBezTo>
                      <a:pt x="97" y="131"/>
                      <a:pt x="97" y="131"/>
                      <a:pt x="97" y="131"/>
                    </a:cubicBezTo>
                    <a:cubicBezTo>
                      <a:pt x="212" y="131"/>
                      <a:pt x="212" y="131"/>
                      <a:pt x="212" y="131"/>
                    </a:cubicBezTo>
                    <a:cubicBezTo>
                      <a:pt x="215" y="131"/>
                      <a:pt x="217" y="129"/>
                      <a:pt x="217" y="126"/>
                    </a:cubicBezTo>
                    <a:lnTo>
                      <a:pt x="217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21" name="Freeform 95">
                <a:extLst>
                  <a:ext uri="{FF2B5EF4-FFF2-40B4-BE49-F238E27FC236}">
                    <a16:creationId xmlns:a16="http://schemas.microsoft.com/office/drawing/2014/main" id="{E79FFB76-7783-47FB-AA00-041C75EA4D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" y="1769"/>
                <a:ext cx="409" cy="321"/>
              </a:xfrm>
              <a:custGeom>
                <a:avLst/>
                <a:gdLst>
                  <a:gd name="T0" fmla="*/ 272 w 277"/>
                  <a:gd name="T1" fmla="*/ 171 h 217"/>
                  <a:gd name="T2" fmla="*/ 265 w 277"/>
                  <a:gd name="T3" fmla="*/ 171 h 217"/>
                  <a:gd name="T4" fmla="*/ 265 w 277"/>
                  <a:gd name="T5" fmla="*/ 24 h 217"/>
                  <a:gd name="T6" fmla="*/ 242 w 277"/>
                  <a:gd name="T7" fmla="*/ 0 h 217"/>
                  <a:gd name="T8" fmla="*/ 23 w 277"/>
                  <a:gd name="T9" fmla="*/ 0 h 217"/>
                  <a:gd name="T10" fmla="*/ 0 w 277"/>
                  <a:gd name="T11" fmla="*/ 24 h 217"/>
                  <a:gd name="T12" fmla="*/ 0 w 277"/>
                  <a:gd name="T13" fmla="*/ 54 h 217"/>
                  <a:gd name="T14" fmla="*/ 10 w 277"/>
                  <a:gd name="T15" fmla="*/ 54 h 217"/>
                  <a:gd name="T16" fmla="*/ 10 w 277"/>
                  <a:gd name="T17" fmla="*/ 24 h 217"/>
                  <a:gd name="T18" fmla="*/ 23 w 277"/>
                  <a:gd name="T19" fmla="*/ 10 h 217"/>
                  <a:gd name="T20" fmla="*/ 242 w 277"/>
                  <a:gd name="T21" fmla="*/ 10 h 217"/>
                  <a:gd name="T22" fmla="*/ 255 w 277"/>
                  <a:gd name="T23" fmla="*/ 24 h 217"/>
                  <a:gd name="T24" fmla="*/ 255 w 277"/>
                  <a:gd name="T25" fmla="*/ 171 h 217"/>
                  <a:gd name="T26" fmla="*/ 163 w 277"/>
                  <a:gd name="T27" fmla="*/ 171 h 217"/>
                  <a:gd name="T28" fmla="*/ 158 w 277"/>
                  <a:gd name="T29" fmla="*/ 176 h 217"/>
                  <a:gd name="T30" fmla="*/ 158 w 277"/>
                  <a:gd name="T31" fmla="*/ 183 h 217"/>
                  <a:gd name="T32" fmla="*/ 121 w 277"/>
                  <a:gd name="T33" fmla="*/ 183 h 217"/>
                  <a:gd name="T34" fmla="*/ 121 w 277"/>
                  <a:gd name="T35" fmla="*/ 193 h 217"/>
                  <a:gd name="T36" fmla="*/ 163 w 277"/>
                  <a:gd name="T37" fmla="*/ 193 h 217"/>
                  <a:gd name="T38" fmla="*/ 168 w 277"/>
                  <a:gd name="T39" fmla="*/ 188 h 217"/>
                  <a:gd name="T40" fmla="*/ 168 w 277"/>
                  <a:gd name="T41" fmla="*/ 181 h 217"/>
                  <a:gd name="T42" fmla="*/ 267 w 277"/>
                  <a:gd name="T43" fmla="*/ 181 h 217"/>
                  <a:gd name="T44" fmla="*/ 267 w 277"/>
                  <a:gd name="T45" fmla="*/ 200 h 217"/>
                  <a:gd name="T46" fmla="*/ 260 w 277"/>
                  <a:gd name="T47" fmla="*/ 207 h 217"/>
                  <a:gd name="T48" fmla="*/ 121 w 277"/>
                  <a:gd name="T49" fmla="*/ 207 h 217"/>
                  <a:gd name="T50" fmla="*/ 121 w 277"/>
                  <a:gd name="T51" fmla="*/ 208 h 217"/>
                  <a:gd name="T52" fmla="*/ 117 w 277"/>
                  <a:gd name="T53" fmla="*/ 216 h 217"/>
                  <a:gd name="T54" fmla="*/ 116 w 277"/>
                  <a:gd name="T55" fmla="*/ 217 h 217"/>
                  <a:gd name="T56" fmla="*/ 260 w 277"/>
                  <a:gd name="T57" fmla="*/ 217 h 217"/>
                  <a:gd name="T58" fmla="*/ 277 w 277"/>
                  <a:gd name="T59" fmla="*/ 200 h 217"/>
                  <a:gd name="T60" fmla="*/ 277 w 277"/>
                  <a:gd name="T61" fmla="*/ 176 h 217"/>
                  <a:gd name="T62" fmla="*/ 272 w 277"/>
                  <a:gd name="T63" fmla="*/ 17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77" h="217">
                    <a:moveTo>
                      <a:pt x="272" y="171"/>
                    </a:moveTo>
                    <a:cubicBezTo>
                      <a:pt x="265" y="171"/>
                      <a:pt x="265" y="171"/>
                      <a:pt x="265" y="171"/>
                    </a:cubicBezTo>
                    <a:cubicBezTo>
                      <a:pt x="265" y="24"/>
                      <a:pt x="265" y="24"/>
                      <a:pt x="265" y="24"/>
                    </a:cubicBezTo>
                    <a:cubicBezTo>
                      <a:pt x="265" y="11"/>
                      <a:pt x="255" y="0"/>
                      <a:pt x="242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1"/>
                      <a:pt x="0" y="2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10" y="54"/>
                      <a:pt x="10" y="54"/>
                      <a:pt x="10" y="5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10" y="16"/>
                      <a:pt x="16" y="10"/>
                      <a:pt x="23" y="10"/>
                    </a:cubicBezTo>
                    <a:cubicBezTo>
                      <a:pt x="242" y="10"/>
                      <a:pt x="242" y="10"/>
                      <a:pt x="242" y="10"/>
                    </a:cubicBezTo>
                    <a:cubicBezTo>
                      <a:pt x="249" y="10"/>
                      <a:pt x="255" y="16"/>
                      <a:pt x="255" y="24"/>
                    </a:cubicBezTo>
                    <a:cubicBezTo>
                      <a:pt x="255" y="171"/>
                      <a:pt x="255" y="171"/>
                      <a:pt x="255" y="171"/>
                    </a:cubicBezTo>
                    <a:cubicBezTo>
                      <a:pt x="163" y="171"/>
                      <a:pt x="163" y="171"/>
                      <a:pt x="163" y="171"/>
                    </a:cubicBezTo>
                    <a:cubicBezTo>
                      <a:pt x="160" y="171"/>
                      <a:pt x="158" y="173"/>
                      <a:pt x="158" y="176"/>
                    </a:cubicBezTo>
                    <a:cubicBezTo>
                      <a:pt x="158" y="183"/>
                      <a:pt x="158" y="183"/>
                      <a:pt x="158" y="183"/>
                    </a:cubicBezTo>
                    <a:cubicBezTo>
                      <a:pt x="121" y="183"/>
                      <a:pt x="121" y="183"/>
                      <a:pt x="121" y="183"/>
                    </a:cubicBezTo>
                    <a:cubicBezTo>
                      <a:pt x="121" y="193"/>
                      <a:pt x="121" y="193"/>
                      <a:pt x="121" y="193"/>
                    </a:cubicBezTo>
                    <a:cubicBezTo>
                      <a:pt x="163" y="193"/>
                      <a:pt x="163" y="193"/>
                      <a:pt x="163" y="193"/>
                    </a:cubicBezTo>
                    <a:cubicBezTo>
                      <a:pt x="166" y="193"/>
                      <a:pt x="168" y="191"/>
                      <a:pt x="168" y="188"/>
                    </a:cubicBezTo>
                    <a:cubicBezTo>
                      <a:pt x="168" y="181"/>
                      <a:pt x="168" y="181"/>
                      <a:pt x="168" y="181"/>
                    </a:cubicBezTo>
                    <a:cubicBezTo>
                      <a:pt x="267" y="181"/>
                      <a:pt x="267" y="181"/>
                      <a:pt x="267" y="181"/>
                    </a:cubicBezTo>
                    <a:cubicBezTo>
                      <a:pt x="267" y="200"/>
                      <a:pt x="267" y="200"/>
                      <a:pt x="267" y="200"/>
                    </a:cubicBezTo>
                    <a:cubicBezTo>
                      <a:pt x="267" y="204"/>
                      <a:pt x="264" y="207"/>
                      <a:pt x="260" y="207"/>
                    </a:cubicBezTo>
                    <a:cubicBezTo>
                      <a:pt x="121" y="207"/>
                      <a:pt x="121" y="207"/>
                      <a:pt x="121" y="207"/>
                    </a:cubicBezTo>
                    <a:cubicBezTo>
                      <a:pt x="121" y="208"/>
                      <a:pt x="121" y="208"/>
                      <a:pt x="121" y="208"/>
                    </a:cubicBezTo>
                    <a:cubicBezTo>
                      <a:pt x="120" y="211"/>
                      <a:pt x="119" y="213"/>
                      <a:pt x="117" y="216"/>
                    </a:cubicBezTo>
                    <a:cubicBezTo>
                      <a:pt x="116" y="217"/>
                      <a:pt x="116" y="217"/>
                      <a:pt x="116" y="217"/>
                    </a:cubicBezTo>
                    <a:cubicBezTo>
                      <a:pt x="260" y="217"/>
                      <a:pt x="260" y="217"/>
                      <a:pt x="260" y="217"/>
                    </a:cubicBezTo>
                    <a:cubicBezTo>
                      <a:pt x="270" y="217"/>
                      <a:pt x="277" y="209"/>
                      <a:pt x="277" y="200"/>
                    </a:cubicBezTo>
                    <a:cubicBezTo>
                      <a:pt x="277" y="176"/>
                      <a:pt x="277" y="176"/>
                      <a:pt x="277" y="176"/>
                    </a:cubicBezTo>
                    <a:cubicBezTo>
                      <a:pt x="277" y="173"/>
                      <a:pt x="275" y="171"/>
                      <a:pt x="272" y="1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22" name="Freeform 96">
                <a:extLst>
                  <a:ext uri="{FF2B5EF4-FFF2-40B4-BE49-F238E27FC236}">
                    <a16:creationId xmlns:a16="http://schemas.microsoft.com/office/drawing/2014/main" id="{56A09C92-C3CC-4564-A99F-FAF33EAD5A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" y="1895"/>
                <a:ext cx="115" cy="154"/>
              </a:xfrm>
              <a:custGeom>
                <a:avLst/>
                <a:gdLst>
                  <a:gd name="T0" fmla="*/ 78 w 78"/>
                  <a:gd name="T1" fmla="*/ 9 h 104"/>
                  <a:gd name="T2" fmla="*/ 78 w 78"/>
                  <a:gd name="T3" fmla="*/ 5 h 104"/>
                  <a:gd name="T4" fmla="*/ 73 w 78"/>
                  <a:gd name="T5" fmla="*/ 0 h 104"/>
                  <a:gd name="T6" fmla="*/ 5 w 78"/>
                  <a:gd name="T7" fmla="*/ 0 h 104"/>
                  <a:gd name="T8" fmla="*/ 0 w 78"/>
                  <a:gd name="T9" fmla="*/ 5 h 104"/>
                  <a:gd name="T10" fmla="*/ 0 w 78"/>
                  <a:gd name="T11" fmla="*/ 100 h 104"/>
                  <a:gd name="T12" fmla="*/ 5 w 78"/>
                  <a:gd name="T13" fmla="*/ 104 h 104"/>
                  <a:gd name="T14" fmla="*/ 43 w 78"/>
                  <a:gd name="T15" fmla="*/ 104 h 104"/>
                  <a:gd name="T16" fmla="*/ 43 w 78"/>
                  <a:gd name="T17" fmla="*/ 95 h 104"/>
                  <a:gd name="T18" fmla="*/ 10 w 78"/>
                  <a:gd name="T19" fmla="*/ 95 h 104"/>
                  <a:gd name="T20" fmla="*/ 10 w 78"/>
                  <a:gd name="T21" fmla="*/ 9 h 104"/>
                  <a:gd name="T22" fmla="*/ 78 w 78"/>
                  <a:gd name="T23" fmla="*/ 9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8" h="104">
                    <a:moveTo>
                      <a:pt x="78" y="9"/>
                    </a:moveTo>
                    <a:cubicBezTo>
                      <a:pt x="78" y="5"/>
                      <a:pt x="78" y="5"/>
                      <a:pt x="78" y="5"/>
                    </a:cubicBezTo>
                    <a:cubicBezTo>
                      <a:pt x="78" y="2"/>
                      <a:pt x="76" y="0"/>
                      <a:pt x="73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0" y="102"/>
                      <a:pt x="3" y="104"/>
                      <a:pt x="5" y="104"/>
                    </a:cubicBezTo>
                    <a:cubicBezTo>
                      <a:pt x="43" y="104"/>
                      <a:pt x="43" y="104"/>
                      <a:pt x="43" y="104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"/>
                      <a:pt x="10" y="9"/>
                      <a:pt x="10" y="9"/>
                    </a:cubicBezTo>
                    <a:lnTo>
                      <a:pt x="78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23" name="Freeform 97">
                <a:extLst>
                  <a:ext uri="{FF2B5EF4-FFF2-40B4-BE49-F238E27FC236}">
                    <a16:creationId xmlns:a16="http://schemas.microsoft.com/office/drawing/2014/main" id="{E47FD78C-CD63-4CEB-9228-FAE26BED11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" y="1864"/>
                <a:ext cx="171" cy="226"/>
              </a:xfrm>
              <a:custGeom>
                <a:avLst/>
                <a:gdLst>
                  <a:gd name="T0" fmla="*/ 99 w 116"/>
                  <a:gd name="T1" fmla="*/ 9 h 153"/>
                  <a:gd name="T2" fmla="*/ 106 w 116"/>
                  <a:gd name="T3" fmla="*/ 17 h 153"/>
                  <a:gd name="T4" fmla="*/ 106 w 116"/>
                  <a:gd name="T5" fmla="*/ 31 h 153"/>
                  <a:gd name="T6" fmla="*/ 116 w 116"/>
                  <a:gd name="T7" fmla="*/ 31 h 153"/>
                  <a:gd name="T8" fmla="*/ 116 w 116"/>
                  <a:gd name="T9" fmla="*/ 17 h 153"/>
                  <a:gd name="T10" fmla="*/ 99 w 116"/>
                  <a:gd name="T11" fmla="*/ 0 h 153"/>
                  <a:gd name="T12" fmla="*/ 17 w 116"/>
                  <a:gd name="T13" fmla="*/ 0 h 153"/>
                  <a:gd name="T14" fmla="*/ 0 w 116"/>
                  <a:gd name="T15" fmla="*/ 17 h 153"/>
                  <a:gd name="T16" fmla="*/ 0 w 116"/>
                  <a:gd name="T17" fmla="*/ 136 h 153"/>
                  <a:gd name="T18" fmla="*/ 17 w 116"/>
                  <a:gd name="T19" fmla="*/ 153 h 153"/>
                  <a:gd name="T20" fmla="*/ 68 w 116"/>
                  <a:gd name="T21" fmla="*/ 153 h 153"/>
                  <a:gd name="T22" fmla="*/ 67 w 116"/>
                  <a:gd name="T23" fmla="*/ 152 h 153"/>
                  <a:gd name="T24" fmla="*/ 63 w 116"/>
                  <a:gd name="T25" fmla="*/ 144 h 153"/>
                  <a:gd name="T26" fmla="*/ 63 w 116"/>
                  <a:gd name="T27" fmla="*/ 144 h 153"/>
                  <a:gd name="T28" fmla="*/ 17 w 116"/>
                  <a:gd name="T29" fmla="*/ 144 h 153"/>
                  <a:gd name="T30" fmla="*/ 10 w 116"/>
                  <a:gd name="T31" fmla="*/ 136 h 153"/>
                  <a:gd name="T32" fmla="*/ 10 w 116"/>
                  <a:gd name="T33" fmla="*/ 17 h 153"/>
                  <a:gd name="T34" fmla="*/ 17 w 116"/>
                  <a:gd name="T35" fmla="*/ 9 h 153"/>
                  <a:gd name="T36" fmla="*/ 99 w 116"/>
                  <a:gd name="T37" fmla="*/ 9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6" h="153">
                    <a:moveTo>
                      <a:pt x="99" y="9"/>
                    </a:moveTo>
                    <a:cubicBezTo>
                      <a:pt x="103" y="9"/>
                      <a:pt x="106" y="13"/>
                      <a:pt x="106" y="17"/>
                    </a:cubicBezTo>
                    <a:cubicBezTo>
                      <a:pt x="106" y="31"/>
                      <a:pt x="106" y="31"/>
                      <a:pt x="106" y="31"/>
                    </a:cubicBezTo>
                    <a:cubicBezTo>
                      <a:pt x="116" y="31"/>
                      <a:pt x="116" y="31"/>
                      <a:pt x="116" y="31"/>
                    </a:cubicBezTo>
                    <a:cubicBezTo>
                      <a:pt x="116" y="17"/>
                      <a:pt x="116" y="17"/>
                      <a:pt x="116" y="17"/>
                    </a:cubicBezTo>
                    <a:cubicBezTo>
                      <a:pt x="116" y="7"/>
                      <a:pt x="108" y="0"/>
                      <a:pt x="99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8" y="0"/>
                      <a:pt x="0" y="7"/>
                      <a:pt x="0" y="17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145"/>
                      <a:pt x="8" y="153"/>
                      <a:pt x="17" y="153"/>
                    </a:cubicBezTo>
                    <a:cubicBezTo>
                      <a:pt x="68" y="153"/>
                      <a:pt x="68" y="153"/>
                      <a:pt x="68" y="153"/>
                    </a:cubicBezTo>
                    <a:cubicBezTo>
                      <a:pt x="67" y="152"/>
                      <a:pt x="67" y="152"/>
                      <a:pt x="67" y="152"/>
                    </a:cubicBezTo>
                    <a:cubicBezTo>
                      <a:pt x="65" y="150"/>
                      <a:pt x="64" y="147"/>
                      <a:pt x="63" y="144"/>
                    </a:cubicBezTo>
                    <a:cubicBezTo>
                      <a:pt x="63" y="144"/>
                      <a:pt x="63" y="144"/>
                      <a:pt x="63" y="144"/>
                    </a:cubicBezTo>
                    <a:cubicBezTo>
                      <a:pt x="17" y="144"/>
                      <a:pt x="17" y="144"/>
                      <a:pt x="17" y="144"/>
                    </a:cubicBezTo>
                    <a:cubicBezTo>
                      <a:pt x="13" y="144"/>
                      <a:pt x="10" y="140"/>
                      <a:pt x="10" y="136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3"/>
                      <a:pt x="13" y="9"/>
                      <a:pt x="17" y="9"/>
                    </a:cubicBezTo>
                    <a:lnTo>
                      <a:pt x="99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24" name="Oval 98">
                <a:extLst>
                  <a:ext uri="{FF2B5EF4-FFF2-40B4-BE49-F238E27FC236}">
                    <a16:creationId xmlns:a16="http://schemas.microsoft.com/office/drawing/2014/main" id="{973FB03F-0678-4C2E-9663-D77855960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" y="2059"/>
                <a:ext cx="13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25" name="Oval 99">
                <a:extLst>
                  <a:ext uri="{FF2B5EF4-FFF2-40B4-BE49-F238E27FC236}">
                    <a16:creationId xmlns:a16="http://schemas.microsoft.com/office/drawing/2014/main" id="{F0CB4A53-1444-44E0-A00F-2647C036D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" y="1882"/>
                <a:ext cx="9" cy="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26" name="Oval 100">
                <a:extLst>
                  <a:ext uri="{FF2B5EF4-FFF2-40B4-BE49-F238E27FC236}">
                    <a16:creationId xmlns:a16="http://schemas.microsoft.com/office/drawing/2014/main" id="{930EED71-ADBB-4BD5-88EC-F7E148BD0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" y="2053"/>
                <a:ext cx="18" cy="2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</p:grpSp>
        <p:grpSp>
          <p:nvGrpSpPr>
            <p:cNvPr id="227" name="Group 4" descr="App Windows">
              <a:extLst>
                <a:ext uri="{FF2B5EF4-FFF2-40B4-BE49-F238E27FC236}">
                  <a16:creationId xmlns:a16="http://schemas.microsoft.com/office/drawing/2014/main" id="{B0542C43-B2E7-4665-AAF0-5783790D5A86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877270" y="5532782"/>
              <a:ext cx="484650" cy="403874"/>
              <a:chOff x="348" y="472"/>
              <a:chExt cx="426" cy="355"/>
            </a:xfrm>
            <a:solidFill>
              <a:schemeClr val="accent1"/>
            </a:solidFill>
          </p:grpSpPr>
          <p:sp>
            <p:nvSpPr>
              <p:cNvPr id="228" name="Freeform 5">
                <a:extLst>
                  <a:ext uri="{FF2B5EF4-FFF2-40B4-BE49-F238E27FC236}">
                    <a16:creationId xmlns:a16="http://schemas.microsoft.com/office/drawing/2014/main" id="{3C0739C8-97F0-4DE4-BBDF-A5F433F457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" y="543"/>
                <a:ext cx="373" cy="18"/>
              </a:xfrm>
              <a:custGeom>
                <a:avLst/>
                <a:gdLst>
                  <a:gd name="T0" fmla="*/ 246 w 252"/>
                  <a:gd name="T1" fmla="*/ 12 h 12"/>
                  <a:gd name="T2" fmla="*/ 6 w 252"/>
                  <a:gd name="T3" fmla="*/ 12 h 12"/>
                  <a:gd name="T4" fmla="*/ 0 w 252"/>
                  <a:gd name="T5" fmla="*/ 6 h 12"/>
                  <a:gd name="T6" fmla="*/ 6 w 252"/>
                  <a:gd name="T7" fmla="*/ 0 h 12"/>
                  <a:gd name="T8" fmla="*/ 246 w 252"/>
                  <a:gd name="T9" fmla="*/ 0 h 12"/>
                  <a:gd name="T10" fmla="*/ 252 w 252"/>
                  <a:gd name="T11" fmla="*/ 6 h 12"/>
                  <a:gd name="T12" fmla="*/ 246 w 252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2" h="12">
                    <a:moveTo>
                      <a:pt x="24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46" y="0"/>
                      <a:pt x="246" y="0"/>
                      <a:pt x="246" y="0"/>
                    </a:cubicBezTo>
                    <a:cubicBezTo>
                      <a:pt x="250" y="0"/>
                      <a:pt x="252" y="3"/>
                      <a:pt x="252" y="6"/>
                    </a:cubicBezTo>
                    <a:cubicBezTo>
                      <a:pt x="252" y="9"/>
                      <a:pt x="250" y="12"/>
                      <a:pt x="24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29" name="Oval 6">
                <a:extLst>
                  <a:ext uri="{FF2B5EF4-FFF2-40B4-BE49-F238E27FC236}">
                    <a16:creationId xmlns:a16="http://schemas.microsoft.com/office/drawing/2014/main" id="{EDD38FCC-96A4-42DB-AE1F-4ECB35C4D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" y="507"/>
                <a:ext cx="18" cy="1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30" name="Oval 7">
                <a:extLst>
                  <a:ext uri="{FF2B5EF4-FFF2-40B4-BE49-F238E27FC236}">
                    <a16:creationId xmlns:a16="http://schemas.microsoft.com/office/drawing/2014/main" id="{0DAEFF61-6F79-41B8-AC13-CD7936FF1A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" y="507"/>
                <a:ext cx="17" cy="1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31" name="Oval 8">
                <a:extLst>
                  <a:ext uri="{FF2B5EF4-FFF2-40B4-BE49-F238E27FC236}">
                    <a16:creationId xmlns:a16="http://schemas.microsoft.com/office/drawing/2014/main" id="{FC1EDE06-DED1-43CD-88C8-5A57F4A9B9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" y="507"/>
                <a:ext cx="18" cy="1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32" name="Freeform 9">
                <a:extLst>
                  <a:ext uri="{FF2B5EF4-FFF2-40B4-BE49-F238E27FC236}">
                    <a16:creationId xmlns:a16="http://schemas.microsoft.com/office/drawing/2014/main" id="{0DEFFA77-E730-47A4-BE10-1239873BD1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8" y="472"/>
                <a:ext cx="373" cy="284"/>
              </a:xfrm>
              <a:custGeom>
                <a:avLst/>
                <a:gdLst>
                  <a:gd name="T0" fmla="*/ 222 w 252"/>
                  <a:gd name="T1" fmla="*/ 192 h 192"/>
                  <a:gd name="T2" fmla="*/ 30 w 252"/>
                  <a:gd name="T3" fmla="*/ 192 h 192"/>
                  <a:gd name="T4" fmla="*/ 0 w 252"/>
                  <a:gd name="T5" fmla="*/ 162 h 192"/>
                  <a:gd name="T6" fmla="*/ 0 w 252"/>
                  <a:gd name="T7" fmla="*/ 30 h 192"/>
                  <a:gd name="T8" fmla="*/ 30 w 252"/>
                  <a:gd name="T9" fmla="*/ 0 h 192"/>
                  <a:gd name="T10" fmla="*/ 222 w 252"/>
                  <a:gd name="T11" fmla="*/ 0 h 192"/>
                  <a:gd name="T12" fmla="*/ 252 w 252"/>
                  <a:gd name="T13" fmla="*/ 30 h 192"/>
                  <a:gd name="T14" fmla="*/ 252 w 252"/>
                  <a:gd name="T15" fmla="*/ 162 h 192"/>
                  <a:gd name="T16" fmla="*/ 222 w 252"/>
                  <a:gd name="T17" fmla="*/ 192 h 192"/>
                  <a:gd name="T18" fmla="*/ 30 w 252"/>
                  <a:gd name="T19" fmla="*/ 12 h 192"/>
                  <a:gd name="T20" fmla="*/ 12 w 252"/>
                  <a:gd name="T21" fmla="*/ 30 h 192"/>
                  <a:gd name="T22" fmla="*/ 12 w 252"/>
                  <a:gd name="T23" fmla="*/ 162 h 192"/>
                  <a:gd name="T24" fmla="*/ 30 w 252"/>
                  <a:gd name="T25" fmla="*/ 180 h 192"/>
                  <a:gd name="T26" fmla="*/ 222 w 252"/>
                  <a:gd name="T27" fmla="*/ 180 h 192"/>
                  <a:gd name="T28" fmla="*/ 240 w 252"/>
                  <a:gd name="T29" fmla="*/ 162 h 192"/>
                  <a:gd name="T30" fmla="*/ 240 w 252"/>
                  <a:gd name="T31" fmla="*/ 30 h 192"/>
                  <a:gd name="T32" fmla="*/ 222 w 252"/>
                  <a:gd name="T33" fmla="*/ 12 h 192"/>
                  <a:gd name="T34" fmla="*/ 30 w 252"/>
                  <a:gd name="T35" fmla="*/ 12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52" h="192">
                    <a:moveTo>
                      <a:pt x="222" y="192"/>
                    </a:moveTo>
                    <a:cubicBezTo>
                      <a:pt x="30" y="192"/>
                      <a:pt x="30" y="192"/>
                      <a:pt x="30" y="192"/>
                    </a:cubicBezTo>
                    <a:cubicBezTo>
                      <a:pt x="14" y="192"/>
                      <a:pt x="0" y="179"/>
                      <a:pt x="0" y="162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222" y="0"/>
                      <a:pt x="222" y="0"/>
                      <a:pt x="222" y="0"/>
                    </a:cubicBezTo>
                    <a:cubicBezTo>
                      <a:pt x="239" y="0"/>
                      <a:pt x="252" y="13"/>
                      <a:pt x="252" y="30"/>
                    </a:cubicBezTo>
                    <a:cubicBezTo>
                      <a:pt x="252" y="162"/>
                      <a:pt x="252" y="162"/>
                      <a:pt x="252" y="162"/>
                    </a:cubicBezTo>
                    <a:cubicBezTo>
                      <a:pt x="252" y="179"/>
                      <a:pt x="239" y="192"/>
                      <a:pt x="222" y="192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162"/>
                      <a:pt x="12" y="162"/>
                      <a:pt x="12" y="162"/>
                    </a:cubicBezTo>
                    <a:cubicBezTo>
                      <a:pt x="12" y="172"/>
                      <a:pt x="20" y="180"/>
                      <a:pt x="30" y="180"/>
                    </a:cubicBezTo>
                    <a:cubicBezTo>
                      <a:pt x="222" y="180"/>
                      <a:pt x="222" y="180"/>
                      <a:pt x="222" y="180"/>
                    </a:cubicBezTo>
                    <a:cubicBezTo>
                      <a:pt x="232" y="180"/>
                      <a:pt x="240" y="172"/>
                      <a:pt x="240" y="162"/>
                    </a:cubicBezTo>
                    <a:cubicBezTo>
                      <a:pt x="240" y="30"/>
                      <a:pt x="240" y="30"/>
                      <a:pt x="240" y="30"/>
                    </a:cubicBezTo>
                    <a:cubicBezTo>
                      <a:pt x="240" y="20"/>
                      <a:pt x="232" y="12"/>
                      <a:pt x="222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33" name="Freeform 10">
                <a:extLst>
                  <a:ext uri="{FF2B5EF4-FFF2-40B4-BE49-F238E27FC236}">
                    <a16:creationId xmlns:a16="http://schemas.microsoft.com/office/drawing/2014/main" id="{1B5CFC5F-35E2-4239-8872-1F72687AC4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" y="614"/>
                <a:ext cx="71" cy="18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34" name="Freeform 11">
                <a:extLst>
                  <a:ext uri="{FF2B5EF4-FFF2-40B4-BE49-F238E27FC236}">
                    <a16:creationId xmlns:a16="http://schemas.microsoft.com/office/drawing/2014/main" id="{6B329435-6013-4C29-9B23-DED2B8BF93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" y="543"/>
                <a:ext cx="373" cy="284"/>
              </a:xfrm>
              <a:custGeom>
                <a:avLst/>
                <a:gdLst>
                  <a:gd name="T0" fmla="*/ 222 w 252"/>
                  <a:gd name="T1" fmla="*/ 192 h 192"/>
                  <a:gd name="T2" fmla="*/ 30 w 252"/>
                  <a:gd name="T3" fmla="*/ 192 h 192"/>
                  <a:gd name="T4" fmla="*/ 0 w 252"/>
                  <a:gd name="T5" fmla="*/ 162 h 192"/>
                  <a:gd name="T6" fmla="*/ 0 w 252"/>
                  <a:gd name="T7" fmla="*/ 138 h 192"/>
                  <a:gd name="T8" fmla="*/ 6 w 252"/>
                  <a:gd name="T9" fmla="*/ 132 h 192"/>
                  <a:gd name="T10" fmla="*/ 12 w 252"/>
                  <a:gd name="T11" fmla="*/ 138 h 192"/>
                  <a:gd name="T12" fmla="*/ 12 w 252"/>
                  <a:gd name="T13" fmla="*/ 162 h 192"/>
                  <a:gd name="T14" fmla="*/ 30 w 252"/>
                  <a:gd name="T15" fmla="*/ 180 h 192"/>
                  <a:gd name="T16" fmla="*/ 222 w 252"/>
                  <a:gd name="T17" fmla="*/ 180 h 192"/>
                  <a:gd name="T18" fmla="*/ 240 w 252"/>
                  <a:gd name="T19" fmla="*/ 162 h 192"/>
                  <a:gd name="T20" fmla="*/ 240 w 252"/>
                  <a:gd name="T21" fmla="*/ 30 h 192"/>
                  <a:gd name="T22" fmla="*/ 222 w 252"/>
                  <a:gd name="T23" fmla="*/ 12 h 192"/>
                  <a:gd name="T24" fmla="*/ 210 w 252"/>
                  <a:gd name="T25" fmla="*/ 12 h 192"/>
                  <a:gd name="T26" fmla="*/ 204 w 252"/>
                  <a:gd name="T27" fmla="*/ 6 h 192"/>
                  <a:gd name="T28" fmla="*/ 210 w 252"/>
                  <a:gd name="T29" fmla="*/ 0 h 192"/>
                  <a:gd name="T30" fmla="*/ 222 w 252"/>
                  <a:gd name="T31" fmla="*/ 0 h 192"/>
                  <a:gd name="T32" fmla="*/ 252 w 252"/>
                  <a:gd name="T33" fmla="*/ 30 h 192"/>
                  <a:gd name="T34" fmla="*/ 252 w 252"/>
                  <a:gd name="T35" fmla="*/ 162 h 192"/>
                  <a:gd name="T36" fmla="*/ 222 w 252"/>
                  <a:gd name="T37" fmla="*/ 192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2" h="192">
                    <a:moveTo>
                      <a:pt x="222" y="192"/>
                    </a:moveTo>
                    <a:cubicBezTo>
                      <a:pt x="30" y="192"/>
                      <a:pt x="30" y="192"/>
                      <a:pt x="30" y="192"/>
                    </a:cubicBezTo>
                    <a:cubicBezTo>
                      <a:pt x="14" y="192"/>
                      <a:pt x="0" y="179"/>
                      <a:pt x="0" y="162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0" y="135"/>
                      <a:pt x="3" y="132"/>
                      <a:pt x="6" y="132"/>
                    </a:cubicBezTo>
                    <a:cubicBezTo>
                      <a:pt x="10" y="132"/>
                      <a:pt x="12" y="135"/>
                      <a:pt x="12" y="138"/>
                    </a:cubicBezTo>
                    <a:cubicBezTo>
                      <a:pt x="12" y="162"/>
                      <a:pt x="12" y="162"/>
                      <a:pt x="12" y="162"/>
                    </a:cubicBezTo>
                    <a:cubicBezTo>
                      <a:pt x="12" y="172"/>
                      <a:pt x="20" y="180"/>
                      <a:pt x="30" y="180"/>
                    </a:cubicBezTo>
                    <a:cubicBezTo>
                      <a:pt x="222" y="180"/>
                      <a:pt x="222" y="180"/>
                      <a:pt x="222" y="180"/>
                    </a:cubicBezTo>
                    <a:cubicBezTo>
                      <a:pt x="232" y="180"/>
                      <a:pt x="240" y="172"/>
                      <a:pt x="240" y="162"/>
                    </a:cubicBezTo>
                    <a:cubicBezTo>
                      <a:pt x="240" y="30"/>
                      <a:pt x="240" y="30"/>
                      <a:pt x="240" y="30"/>
                    </a:cubicBezTo>
                    <a:cubicBezTo>
                      <a:pt x="240" y="20"/>
                      <a:pt x="232" y="12"/>
                      <a:pt x="222" y="12"/>
                    </a:cubicBezTo>
                    <a:cubicBezTo>
                      <a:pt x="210" y="12"/>
                      <a:pt x="210" y="12"/>
                      <a:pt x="210" y="12"/>
                    </a:cubicBezTo>
                    <a:cubicBezTo>
                      <a:pt x="207" y="12"/>
                      <a:pt x="204" y="9"/>
                      <a:pt x="204" y="6"/>
                    </a:cubicBezTo>
                    <a:cubicBezTo>
                      <a:pt x="204" y="3"/>
                      <a:pt x="207" y="0"/>
                      <a:pt x="210" y="0"/>
                    </a:cubicBezTo>
                    <a:cubicBezTo>
                      <a:pt x="222" y="0"/>
                      <a:pt x="222" y="0"/>
                      <a:pt x="222" y="0"/>
                    </a:cubicBezTo>
                    <a:cubicBezTo>
                      <a:pt x="239" y="0"/>
                      <a:pt x="252" y="13"/>
                      <a:pt x="252" y="30"/>
                    </a:cubicBezTo>
                    <a:cubicBezTo>
                      <a:pt x="252" y="162"/>
                      <a:pt x="252" y="162"/>
                      <a:pt x="252" y="162"/>
                    </a:cubicBezTo>
                    <a:cubicBezTo>
                      <a:pt x="252" y="179"/>
                      <a:pt x="239" y="192"/>
                      <a:pt x="222" y="19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C9F1DE6-B1E9-4E34-99FE-96776EBA4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463471" y="5128381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36" name="Group 104" descr="Touch">
              <a:extLst>
                <a:ext uri="{FF2B5EF4-FFF2-40B4-BE49-F238E27FC236}">
                  <a16:creationId xmlns:a16="http://schemas.microsoft.com/office/drawing/2014/main" id="{B7E41DD6-B293-43A8-8C0F-A90400F36F5C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07268" y="5477733"/>
              <a:ext cx="341846" cy="513972"/>
              <a:chOff x="1443" y="2997"/>
              <a:chExt cx="284" cy="427"/>
            </a:xfrm>
            <a:solidFill>
              <a:schemeClr val="accent1"/>
            </a:solidFill>
          </p:grpSpPr>
          <p:sp>
            <p:nvSpPr>
              <p:cNvPr id="237" name="Freeform 105">
                <a:extLst>
                  <a:ext uri="{FF2B5EF4-FFF2-40B4-BE49-F238E27FC236}">
                    <a16:creationId xmlns:a16="http://schemas.microsoft.com/office/drawing/2014/main" id="{EA326335-A7D5-4700-81C2-008DBCF589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2" y="3104"/>
                <a:ext cx="261" cy="320"/>
              </a:xfrm>
              <a:custGeom>
                <a:avLst/>
                <a:gdLst>
                  <a:gd name="T0" fmla="*/ 155 w 176"/>
                  <a:gd name="T1" fmla="*/ 216 h 216"/>
                  <a:gd name="T2" fmla="*/ 59 w 176"/>
                  <a:gd name="T3" fmla="*/ 216 h 216"/>
                  <a:gd name="T4" fmla="*/ 54 w 176"/>
                  <a:gd name="T5" fmla="*/ 213 h 216"/>
                  <a:gd name="T6" fmla="*/ 6 w 176"/>
                  <a:gd name="T7" fmla="*/ 141 h 216"/>
                  <a:gd name="T8" fmla="*/ 4 w 176"/>
                  <a:gd name="T9" fmla="*/ 116 h 216"/>
                  <a:gd name="T10" fmla="*/ 17 w 176"/>
                  <a:gd name="T11" fmla="*/ 108 h 216"/>
                  <a:gd name="T12" fmla="*/ 59 w 176"/>
                  <a:gd name="T13" fmla="*/ 137 h 216"/>
                  <a:gd name="T14" fmla="*/ 59 w 176"/>
                  <a:gd name="T15" fmla="*/ 24 h 216"/>
                  <a:gd name="T16" fmla="*/ 83 w 176"/>
                  <a:gd name="T17" fmla="*/ 0 h 216"/>
                  <a:gd name="T18" fmla="*/ 107 w 176"/>
                  <a:gd name="T19" fmla="*/ 24 h 216"/>
                  <a:gd name="T20" fmla="*/ 107 w 176"/>
                  <a:gd name="T21" fmla="*/ 92 h 216"/>
                  <a:gd name="T22" fmla="*/ 156 w 176"/>
                  <a:gd name="T23" fmla="*/ 108 h 216"/>
                  <a:gd name="T24" fmla="*/ 173 w 176"/>
                  <a:gd name="T25" fmla="*/ 145 h 216"/>
                  <a:gd name="T26" fmla="*/ 161 w 176"/>
                  <a:gd name="T27" fmla="*/ 211 h 216"/>
                  <a:gd name="T28" fmla="*/ 155 w 176"/>
                  <a:gd name="T29" fmla="*/ 216 h 216"/>
                  <a:gd name="T30" fmla="*/ 62 w 176"/>
                  <a:gd name="T31" fmla="*/ 204 h 216"/>
                  <a:gd name="T32" fmla="*/ 150 w 176"/>
                  <a:gd name="T33" fmla="*/ 204 h 216"/>
                  <a:gd name="T34" fmla="*/ 161 w 176"/>
                  <a:gd name="T35" fmla="*/ 143 h 216"/>
                  <a:gd name="T36" fmla="*/ 152 w 176"/>
                  <a:gd name="T37" fmla="*/ 120 h 216"/>
                  <a:gd name="T38" fmla="*/ 99 w 176"/>
                  <a:gd name="T39" fmla="*/ 102 h 216"/>
                  <a:gd name="T40" fmla="*/ 95 w 176"/>
                  <a:gd name="T41" fmla="*/ 96 h 216"/>
                  <a:gd name="T42" fmla="*/ 95 w 176"/>
                  <a:gd name="T43" fmla="*/ 24 h 216"/>
                  <a:gd name="T44" fmla="*/ 83 w 176"/>
                  <a:gd name="T45" fmla="*/ 12 h 216"/>
                  <a:gd name="T46" fmla="*/ 71 w 176"/>
                  <a:gd name="T47" fmla="*/ 24 h 216"/>
                  <a:gd name="T48" fmla="*/ 71 w 176"/>
                  <a:gd name="T49" fmla="*/ 156 h 216"/>
                  <a:gd name="T50" fmla="*/ 67 w 176"/>
                  <a:gd name="T51" fmla="*/ 162 h 216"/>
                  <a:gd name="T52" fmla="*/ 60 w 176"/>
                  <a:gd name="T53" fmla="*/ 159 h 216"/>
                  <a:gd name="T54" fmla="*/ 17 w 176"/>
                  <a:gd name="T55" fmla="*/ 120 h 216"/>
                  <a:gd name="T56" fmla="*/ 14 w 176"/>
                  <a:gd name="T57" fmla="*/ 121 h 216"/>
                  <a:gd name="T58" fmla="*/ 16 w 176"/>
                  <a:gd name="T59" fmla="*/ 135 h 216"/>
                  <a:gd name="T60" fmla="*/ 62 w 176"/>
                  <a:gd name="T61" fmla="*/ 204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6" h="216">
                    <a:moveTo>
                      <a:pt x="155" y="216"/>
                    </a:moveTo>
                    <a:cubicBezTo>
                      <a:pt x="59" y="216"/>
                      <a:pt x="59" y="216"/>
                      <a:pt x="59" y="216"/>
                    </a:cubicBezTo>
                    <a:cubicBezTo>
                      <a:pt x="57" y="216"/>
                      <a:pt x="55" y="215"/>
                      <a:pt x="54" y="213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2" y="135"/>
                      <a:pt x="0" y="124"/>
                      <a:pt x="4" y="116"/>
                    </a:cubicBezTo>
                    <a:cubicBezTo>
                      <a:pt x="6" y="111"/>
                      <a:pt x="11" y="108"/>
                      <a:pt x="17" y="108"/>
                    </a:cubicBezTo>
                    <a:cubicBezTo>
                      <a:pt x="30" y="108"/>
                      <a:pt x="42" y="113"/>
                      <a:pt x="59" y="137"/>
                    </a:cubicBezTo>
                    <a:cubicBezTo>
                      <a:pt x="59" y="24"/>
                      <a:pt x="59" y="24"/>
                      <a:pt x="59" y="24"/>
                    </a:cubicBezTo>
                    <a:cubicBezTo>
                      <a:pt x="59" y="11"/>
                      <a:pt x="70" y="0"/>
                      <a:pt x="83" y="0"/>
                    </a:cubicBezTo>
                    <a:cubicBezTo>
                      <a:pt x="96" y="0"/>
                      <a:pt x="107" y="11"/>
                      <a:pt x="107" y="24"/>
                    </a:cubicBezTo>
                    <a:cubicBezTo>
                      <a:pt x="107" y="92"/>
                      <a:pt x="107" y="92"/>
                      <a:pt x="107" y="92"/>
                    </a:cubicBezTo>
                    <a:cubicBezTo>
                      <a:pt x="156" y="108"/>
                      <a:pt x="156" y="108"/>
                      <a:pt x="156" y="108"/>
                    </a:cubicBezTo>
                    <a:cubicBezTo>
                      <a:pt x="172" y="113"/>
                      <a:pt x="176" y="131"/>
                      <a:pt x="173" y="145"/>
                    </a:cubicBezTo>
                    <a:cubicBezTo>
                      <a:pt x="161" y="211"/>
                      <a:pt x="161" y="211"/>
                      <a:pt x="161" y="211"/>
                    </a:cubicBezTo>
                    <a:cubicBezTo>
                      <a:pt x="161" y="214"/>
                      <a:pt x="158" y="216"/>
                      <a:pt x="155" y="216"/>
                    </a:cubicBezTo>
                    <a:close/>
                    <a:moveTo>
                      <a:pt x="62" y="204"/>
                    </a:moveTo>
                    <a:cubicBezTo>
                      <a:pt x="150" y="204"/>
                      <a:pt x="150" y="204"/>
                      <a:pt x="150" y="204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3" y="134"/>
                      <a:pt x="161" y="123"/>
                      <a:pt x="152" y="120"/>
                    </a:cubicBezTo>
                    <a:cubicBezTo>
                      <a:pt x="99" y="102"/>
                      <a:pt x="99" y="102"/>
                      <a:pt x="99" y="102"/>
                    </a:cubicBezTo>
                    <a:cubicBezTo>
                      <a:pt x="97" y="101"/>
                      <a:pt x="95" y="99"/>
                      <a:pt x="95" y="96"/>
                    </a:cubicBezTo>
                    <a:cubicBezTo>
                      <a:pt x="95" y="24"/>
                      <a:pt x="95" y="24"/>
                      <a:pt x="95" y="24"/>
                    </a:cubicBezTo>
                    <a:cubicBezTo>
                      <a:pt x="95" y="17"/>
                      <a:pt x="90" y="12"/>
                      <a:pt x="83" y="12"/>
                    </a:cubicBezTo>
                    <a:cubicBezTo>
                      <a:pt x="77" y="12"/>
                      <a:pt x="71" y="18"/>
                      <a:pt x="71" y="24"/>
                    </a:cubicBezTo>
                    <a:cubicBezTo>
                      <a:pt x="71" y="156"/>
                      <a:pt x="71" y="156"/>
                      <a:pt x="71" y="156"/>
                    </a:cubicBezTo>
                    <a:cubicBezTo>
                      <a:pt x="71" y="159"/>
                      <a:pt x="69" y="161"/>
                      <a:pt x="67" y="162"/>
                    </a:cubicBezTo>
                    <a:cubicBezTo>
                      <a:pt x="64" y="163"/>
                      <a:pt x="62" y="162"/>
                      <a:pt x="60" y="159"/>
                    </a:cubicBezTo>
                    <a:cubicBezTo>
                      <a:pt x="37" y="123"/>
                      <a:pt x="26" y="120"/>
                      <a:pt x="17" y="120"/>
                    </a:cubicBezTo>
                    <a:cubicBezTo>
                      <a:pt x="15" y="120"/>
                      <a:pt x="15" y="121"/>
                      <a:pt x="14" y="121"/>
                    </a:cubicBezTo>
                    <a:cubicBezTo>
                      <a:pt x="13" y="124"/>
                      <a:pt x="14" y="131"/>
                      <a:pt x="16" y="135"/>
                    </a:cubicBezTo>
                    <a:lnTo>
                      <a:pt x="62" y="2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38" name="Freeform 106">
                <a:extLst>
                  <a:ext uri="{FF2B5EF4-FFF2-40B4-BE49-F238E27FC236}">
                    <a16:creationId xmlns:a16="http://schemas.microsoft.com/office/drawing/2014/main" id="{89EE94AD-3F2B-4855-A458-72678C49A6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39" name="Freeform 107">
                <a:extLst>
                  <a:ext uri="{FF2B5EF4-FFF2-40B4-BE49-F238E27FC236}">
                    <a16:creationId xmlns:a16="http://schemas.microsoft.com/office/drawing/2014/main" id="{2113473D-18A8-4CBF-BAC3-3CD51104BF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8" y="3031"/>
                <a:ext cx="55" cy="55"/>
              </a:xfrm>
              <a:custGeom>
                <a:avLst/>
                <a:gdLst>
                  <a:gd name="T0" fmla="*/ 6 w 37"/>
                  <a:gd name="T1" fmla="*/ 37 h 37"/>
                  <a:gd name="T2" fmla="*/ 2 w 37"/>
                  <a:gd name="T3" fmla="*/ 35 h 37"/>
                  <a:gd name="T4" fmla="*/ 2 w 37"/>
                  <a:gd name="T5" fmla="*/ 27 h 37"/>
                  <a:gd name="T6" fmla="*/ 26 w 37"/>
                  <a:gd name="T7" fmla="*/ 3 h 37"/>
                  <a:gd name="T8" fmla="*/ 34 w 37"/>
                  <a:gd name="T9" fmla="*/ 3 h 37"/>
                  <a:gd name="T10" fmla="*/ 34 w 37"/>
                  <a:gd name="T11" fmla="*/ 11 h 37"/>
                  <a:gd name="T12" fmla="*/ 10 w 37"/>
                  <a:gd name="T13" fmla="*/ 35 h 37"/>
                  <a:gd name="T14" fmla="*/ 6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6" y="37"/>
                    </a:moveTo>
                    <a:cubicBezTo>
                      <a:pt x="5" y="37"/>
                      <a:pt x="3" y="36"/>
                      <a:pt x="2" y="35"/>
                    </a:cubicBezTo>
                    <a:cubicBezTo>
                      <a:pt x="0" y="33"/>
                      <a:pt x="0" y="29"/>
                      <a:pt x="2" y="27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8" y="0"/>
                      <a:pt x="32" y="0"/>
                      <a:pt x="34" y="3"/>
                    </a:cubicBezTo>
                    <a:cubicBezTo>
                      <a:pt x="37" y="5"/>
                      <a:pt x="37" y="9"/>
                      <a:pt x="34" y="11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9" y="36"/>
                      <a:pt x="8" y="37"/>
                      <a:pt x="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40" name="Freeform 108">
                <a:extLst>
                  <a:ext uri="{FF2B5EF4-FFF2-40B4-BE49-F238E27FC236}">
                    <a16:creationId xmlns:a16="http://schemas.microsoft.com/office/drawing/2014/main" id="{D357930E-5B68-4EEE-B91F-BE6FBA7EA5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5" y="2997"/>
                <a:ext cx="18" cy="71"/>
              </a:xfrm>
              <a:custGeom>
                <a:avLst/>
                <a:gdLst>
                  <a:gd name="T0" fmla="*/ 6 w 12"/>
                  <a:gd name="T1" fmla="*/ 48 h 48"/>
                  <a:gd name="T2" fmla="*/ 0 w 12"/>
                  <a:gd name="T3" fmla="*/ 42 h 48"/>
                  <a:gd name="T4" fmla="*/ 0 w 12"/>
                  <a:gd name="T5" fmla="*/ 6 h 48"/>
                  <a:gd name="T6" fmla="*/ 6 w 12"/>
                  <a:gd name="T7" fmla="*/ 0 h 48"/>
                  <a:gd name="T8" fmla="*/ 12 w 12"/>
                  <a:gd name="T9" fmla="*/ 6 h 48"/>
                  <a:gd name="T10" fmla="*/ 12 w 12"/>
                  <a:gd name="T11" fmla="*/ 42 h 48"/>
                  <a:gd name="T12" fmla="*/ 6 w 12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8">
                    <a:moveTo>
                      <a:pt x="6" y="48"/>
                    </a:moveTo>
                    <a:cubicBezTo>
                      <a:pt x="3" y="48"/>
                      <a:pt x="0" y="4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5"/>
                      <a:pt x="10" y="48"/>
                      <a:pt x="6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41" name="Freeform 109">
                <a:extLst>
                  <a:ext uri="{FF2B5EF4-FFF2-40B4-BE49-F238E27FC236}">
                    <a16:creationId xmlns:a16="http://schemas.microsoft.com/office/drawing/2014/main" id="{78183AD7-C795-4428-9C13-1B5799ABA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3031"/>
                <a:ext cx="55" cy="55"/>
              </a:xfrm>
              <a:custGeom>
                <a:avLst/>
                <a:gdLst>
                  <a:gd name="T0" fmla="*/ 30 w 37"/>
                  <a:gd name="T1" fmla="*/ 37 h 37"/>
                  <a:gd name="T2" fmla="*/ 26 w 37"/>
                  <a:gd name="T3" fmla="*/ 35 h 37"/>
                  <a:gd name="T4" fmla="*/ 2 w 37"/>
                  <a:gd name="T5" fmla="*/ 11 h 37"/>
                  <a:gd name="T6" fmla="*/ 2 w 37"/>
                  <a:gd name="T7" fmla="*/ 3 h 37"/>
                  <a:gd name="T8" fmla="*/ 10 w 37"/>
                  <a:gd name="T9" fmla="*/ 3 h 37"/>
                  <a:gd name="T10" fmla="*/ 34 w 37"/>
                  <a:gd name="T11" fmla="*/ 27 h 37"/>
                  <a:gd name="T12" fmla="*/ 34 w 37"/>
                  <a:gd name="T13" fmla="*/ 35 h 37"/>
                  <a:gd name="T14" fmla="*/ 30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30" y="37"/>
                    </a:moveTo>
                    <a:cubicBezTo>
                      <a:pt x="29" y="37"/>
                      <a:pt x="27" y="36"/>
                      <a:pt x="26" y="35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3"/>
                    </a:cubicBezTo>
                    <a:cubicBezTo>
                      <a:pt x="4" y="0"/>
                      <a:pt x="8" y="0"/>
                      <a:pt x="10" y="3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7" y="29"/>
                      <a:pt x="37" y="33"/>
                      <a:pt x="34" y="35"/>
                    </a:cubicBezTo>
                    <a:cubicBezTo>
                      <a:pt x="33" y="36"/>
                      <a:pt x="32" y="37"/>
                      <a:pt x="30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42" name="Freeform 110">
                <a:extLst>
                  <a:ext uri="{FF2B5EF4-FFF2-40B4-BE49-F238E27FC236}">
                    <a16:creationId xmlns:a16="http://schemas.microsoft.com/office/drawing/2014/main" id="{0485D232-B3BA-4EB0-AD47-E4FE5D40C1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3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F43EA61-DE9F-4398-87BF-379817D56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734088" y="5128381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641C96A-05D3-402D-B6FF-127336901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004706" y="5128381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sp>
          <p:nvSpPr>
            <p:cNvPr id="235" name="Freeform 132" descr="Online Learning">
              <a:extLst>
                <a:ext uri="{FF2B5EF4-FFF2-40B4-BE49-F238E27FC236}">
                  <a16:creationId xmlns:a16="http://schemas.microsoft.com/office/drawing/2014/main" id="{568B5B95-4D56-4A1C-85F3-0C757FDD7CDC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9731" y="5515535"/>
              <a:ext cx="494523" cy="438368"/>
            </a:xfrm>
            <a:custGeom>
              <a:avLst/>
              <a:gdLst>
                <a:gd name="T0" fmla="*/ 9 w 133"/>
                <a:gd name="T1" fmla="*/ 0 h 116"/>
                <a:gd name="T2" fmla="*/ 0 w 133"/>
                <a:gd name="T3" fmla="*/ 91 h 116"/>
                <a:gd name="T4" fmla="*/ 56 w 133"/>
                <a:gd name="T5" fmla="*/ 99 h 116"/>
                <a:gd name="T6" fmla="*/ 39 w 133"/>
                <a:gd name="T7" fmla="*/ 110 h 116"/>
                <a:gd name="T8" fmla="*/ 39 w 133"/>
                <a:gd name="T9" fmla="*/ 116 h 116"/>
                <a:gd name="T10" fmla="*/ 97 w 133"/>
                <a:gd name="T11" fmla="*/ 113 h 116"/>
                <a:gd name="T12" fmla="*/ 78 w 133"/>
                <a:gd name="T13" fmla="*/ 110 h 116"/>
                <a:gd name="T14" fmla="*/ 124 w 133"/>
                <a:gd name="T15" fmla="*/ 99 h 116"/>
                <a:gd name="T16" fmla="*/ 133 w 133"/>
                <a:gd name="T17" fmla="*/ 8 h 116"/>
                <a:gd name="T18" fmla="*/ 72 w 133"/>
                <a:gd name="T19" fmla="*/ 110 h 116"/>
                <a:gd name="T20" fmla="*/ 61 w 133"/>
                <a:gd name="T21" fmla="*/ 99 h 116"/>
                <a:gd name="T22" fmla="*/ 72 w 133"/>
                <a:gd name="T23" fmla="*/ 110 h 116"/>
                <a:gd name="T24" fmla="*/ 124 w 133"/>
                <a:gd name="T25" fmla="*/ 94 h 116"/>
                <a:gd name="T26" fmla="*/ 6 w 133"/>
                <a:gd name="T27" fmla="*/ 91 h 116"/>
                <a:gd name="T28" fmla="*/ 9 w 133"/>
                <a:gd name="T29" fmla="*/ 5 h 116"/>
                <a:gd name="T30" fmla="*/ 127 w 133"/>
                <a:gd name="T31" fmla="*/ 8 h 116"/>
                <a:gd name="T32" fmla="*/ 109 w 133"/>
                <a:gd name="T33" fmla="*/ 36 h 116"/>
                <a:gd name="T34" fmla="*/ 68 w 133"/>
                <a:gd name="T35" fmla="*/ 19 h 116"/>
                <a:gd name="T36" fmla="*/ 30 w 133"/>
                <a:gd name="T37" fmla="*/ 36 h 116"/>
                <a:gd name="T38" fmla="*/ 30 w 133"/>
                <a:gd name="T39" fmla="*/ 36 h 116"/>
                <a:gd name="T40" fmla="*/ 28 w 133"/>
                <a:gd name="T41" fmla="*/ 37 h 116"/>
                <a:gd name="T42" fmla="*/ 28 w 133"/>
                <a:gd name="T43" fmla="*/ 57 h 116"/>
                <a:gd name="T44" fmla="*/ 23 w 133"/>
                <a:gd name="T45" fmla="*/ 76 h 116"/>
                <a:gd name="T46" fmla="*/ 36 w 133"/>
                <a:gd name="T47" fmla="*/ 77 h 116"/>
                <a:gd name="T48" fmla="*/ 39 w 133"/>
                <a:gd name="T49" fmla="*/ 73 h 116"/>
                <a:gd name="T50" fmla="*/ 34 w 133"/>
                <a:gd name="T51" fmla="*/ 43 h 116"/>
                <a:gd name="T52" fmla="*/ 45 w 133"/>
                <a:gd name="T53" fmla="*/ 66 h 116"/>
                <a:gd name="T54" fmla="*/ 68 w 133"/>
                <a:gd name="T55" fmla="*/ 79 h 116"/>
                <a:gd name="T56" fmla="*/ 71 w 133"/>
                <a:gd name="T57" fmla="*/ 79 h 116"/>
                <a:gd name="T58" fmla="*/ 94 w 133"/>
                <a:gd name="T59" fmla="*/ 66 h 116"/>
                <a:gd name="T60" fmla="*/ 109 w 133"/>
                <a:gd name="T61" fmla="*/ 41 h 116"/>
                <a:gd name="T62" fmla="*/ 109 w 133"/>
                <a:gd name="T63" fmla="*/ 36 h 116"/>
                <a:gd name="T64" fmla="*/ 31 w 133"/>
                <a:gd name="T65" fmla="*/ 66 h 116"/>
                <a:gd name="T66" fmla="*/ 29 w 133"/>
                <a:gd name="T67" fmla="*/ 71 h 116"/>
                <a:gd name="T68" fmla="*/ 69 w 133"/>
                <a:gd name="T69" fmla="*/ 74 h 116"/>
                <a:gd name="T70" fmla="*/ 50 w 133"/>
                <a:gd name="T71" fmla="*/ 50 h 116"/>
                <a:gd name="T72" fmla="*/ 69 w 133"/>
                <a:gd name="T73" fmla="*/ 58 h 116"/>
                <a:gd name="T74" fmla="*/ 89 w 133"/>
                <a:gd name="T75" fmla="*/ 50 h 116"/>
                <a:gd name="T76" fmla="*/ 69 w 133"/>
                <a:gd name="T77" fmla="*/ 52 h 116"/>
                <a:gd name="T78" fmla="*/ 69 w 133"/>
                <a:gd name="T79" fmla="*/ 25 h 116"/>
                <a:gd name="T80" fmla="*/ 69 w 133"/>
                <a:gd name="T81" fmla="*/ 5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3" h="116">
                  <a:moveTo>
                    <a:pt x="124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5"/>
                    <a:pt x="4" y="99"/>
                    <a:pt x="9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110"/>
                    <a:pt x="56" y="110"/>
                    <a:pt x="56" y="110"/>
                  </a:cubicBezTo>
                  <a:cubicBezTo>
                    <a:pt x="39" y="110"/>
                    <a:pt x="39" y="110"/>
                    <a:pt x="39" y="110"/>
                  </a:cubicBezTo>
                  <a:cubicBezTo>
                    <a:pt x="37" y="110"/>
                    <a:pt x="36" y="111"/>
                    <a:pt x="36" y="113"/>
                  </a:cubicBezTo>
                  <a:cubicBezTo>
                    <a:pt x="36" y="114"/>
                    <a:pt x="37" y="116"/>
                    <a:pt x="39" y="116"/>
                  </a:cubicBezTo>
                  <a:cubicBezTo>
                    <a:pt x="94" y="116"/>
                    <a:pt x="94" y="116"/>
                    <a:pt x="94" y="116"/>
                  </a:cubicBezTo>
                  <a:cubicBezTo>
                    <a:pt x="96" y="116"/>
                    <a:pt x="97" y="114"/>
                    <a:pt x="97" y="113"/>
                  </a:cubicBezTo>
                  <a:cubicBezTo>
                    <a:pt x="97" y="111"/>
                    <a:pt x="96" y="110"/>
                    <a:pt x="94" y="110"/>
                  </a:cubicBezTo>
                  <a:cubicBezTo>
                    <a:pt x="78" y="110"/>
                    <a:pt x="78" y="110"/>
                    <a:pt x="78" y="110"/>
                  </a:cubicBezTo>
                  <a:cubicBezTo>
                    <a:pt x="78" y="99"/>
                    <a:pt x="78" y="99"/>
                    <a:pt x="78" y="99"/>
                  </a:cubicBezTo>
                  <a:cubicBezTo>
                    <a:pt x="124" y="99"/>
                    <a:pt x="124" y="99"/>
                    <a:pt x="124" y="99"/>
                  </a:cubicBezTo>
                  <a:cubicBezTo>
                    <a:pt x="129" y="99"/>
                    <a:pt x="133" y="95"/>
                    <a:pt x="133" y="91"/>
                  </a:cubicBezTo>
                  <a:cubicBezTo>
                    <a:pt x="133" y="8"/>
                    <a:pt x="133" y="8"/>
                    <a:pt x="133" y="8"/>
                  </a:cubicBezTo>
                  <a:cubicBezTo>
                    <a:pt x="133" y="4"/>
                    <a:pt x="129" y="0"/>
                    <a:pt x="124" y="0"/>
                  </a:cubicBezTo>
                  <a:close/>
                  <a:moveTo>
                    <a:pt x="72" y="110"/>
                  </a:moveTo>
                  <a:cubicBezTo>
                    <a:pt x="61" y="110"/>
                    <a:pt x="61" y="110"/>
                    <a:pt x="61" y="110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72" y="99"/>
                    <a:pt x="72" y="99"/>
                    <a:pt x="72" y="99"/>
                  </a:cubicBezTo>
                  <a:lnTo>
                    <a:pt x="72" y="110"/>
                  </a:lnTo>
                  <a:close/>
                  <a:moveTo>
                    <a:pt x="127" y="91"/>
                  </a:moveTo>
                  <a:cubicBezTo>
                    <a:pt x="127" y="92"/>
                    <a:pt x="126" y="94"/>
                    <a:pt x="124" y="9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7" y="94"/>
                    <a:pt x="6" y="92"/>
                    <a:pt x="6" y="91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7"/>
                    <a:pt x="7" y="5"/>
                    <a:pt x="9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6" y="5"/>
                    <a:pt x="127" y="7"/>
                    <a:pt x="127" y="8"/>
                  </a:cubicBezTo>
                  <a:lnTo>
                    <a:pt x="127" y="91"/>
                  </a:lnTo>
                  <a:close/>
                  <a:moveTo>
                    <a:pt x="109" y="36"/>
                  </a:moveTo>
                  <a:cubicBezTo>
                    <a:pt x="70" y="19"/>
                    <a:pt x="70" y="19"/>
                    <a:pt x="70" y="19"/>
                  </a:cubicBezTo>
                  <a:cubicBezTo>
                    <a:pt x="70" y="19"/>
                    <a:pt x="69" y="19"/>
                    <a:pt x="68" y="19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9" y="36"/>
                    <a:pt x="29" y="36"/>
                    <a:pt x="29" y="37"/>
                  </a:cubicBezTo>
                  <a:cubicBezTo>
                    <a:pt x="29" y="37"/>
                    <a:pt x="28" y="37"/>
                    <a:pt x="28" y="37"/>
                  </a:cubicBezTo>
                  <a:cubicBezTo>
                    <a:pt x="28" y="37"/>
                    <a:pt x="28" y="38"/>
                    <a:pt x="28" y="38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2" y="74"/>
                    <a:pt x="22" y="75"/>
                    <a:pt x="23" y="76"/>
                  </a:cubicBezTo>
                  <a:cubicBezTo>
                    <a:pt x="24" y="77"/>
                    <a:pt x="24" y="77"/>
                    <a:pt x="25" y="77"/>
                  </a:cubicBezTo>
                  <a:cubicBezTo>
                    <a:pt x="36" y="77"/>
                    <a:pt x="36" y="77"/>
                    <a:pt x="36" y="77"/>
                  </a:cubicBezTo>
                  <a:cubicBezTo>
                    <a:pt x="37" y="77"/>
                    <a:pt x="38" y="77"/>
                    <a:pt x="38" y="76"/>
                  </a:cubicBezTo>
                  <a:cubicBezTo>
                    <a:pt x="39" y="75"/>
                    <a:pt x="39" y="74"/>
                    <a:pt x="39" y="73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66"/>
                    <a:pt x="45" y="66"/>
                    <a:pt x="45" y="66"/>
                  </a:cubicBezTo>
                  <a:cubicBezTo>
                    <a:pt x="45" y="67"/>
                    <a:pt x="45" y="68"/>
                    <a:pt x="46" y="68"/>
                  </a:cubicBezTo>
                  <a:cubicBezTo>
                    <a:pt x="68" y="79"/>
                    <a:pt x="68" y="79"/>
                    <a:pt x="68" y="79"/>
                  </a:cubicBezTo>
                  <a:cubicBezTo>
                    <a:pt x="68" y="80"/>
                    <a:pt x="69" y="80"/>
                    <a:pt x="69" y="80"/>
                  </a:cubicBezTo>
                  <a:cubicBezTo>
                    <a:pt x="70" y="80"/>
                    <a:pt x="70" y="80"/>
                    <a:pt x="71" y="79"/>
                  </a:cubicBezTo>
                  <a:cubicBezTo>
                    <a:pt x="93" y="68"/>
                    <a:pt x="93" y="68"/>
                    <a:pt x="93" y="68"/>
                  </a:cubicBezTo>
                  <a:cubicBezTo>
                    <a:pt x="94" y="68"/>
                    <a:pt x="94" y="67"/>
                    <a:pt x="94" y="66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109" y="41"/>
                    <a:pt x="109" y="41"/>
                    <a:pt x="109" y="41"/>
                  </a:cubicBezTo>
                  <a:cubicBezTo>
                    <a:pt x="110" y="41"/>
                    <a:pt x="111" y="40"/>
                    <a:pt x="111" y="38"/>
                  </a:cubicBezTo>
                  <a:cubicBezTo>
                    <a:pt x="111" y="37"/>
                    <a:pt x="110" y="36"/>
                    <a:pt x="109" y="36"/>
                  </a:cubicBezTo>
                  <a:close/>
                  <a:moveTo>
                    <a:pt x="29" y="71"/>
                  </a:moveTo>
                  <a:cubicBezTo>
                    <a:pt x="31" y="66"/>
                    <a:pt x="31" y="66"/>
                    <a:pt x="31" y="66"/>
                  </a:cubicBezTo>
                  <a:cubicBezTo>
                    <a:pt x="32" y="71"/>
                    <a:pt x="32" y="71"/>
                    <a:pt x="32" y="71"/>
                  </a:cubicBezTo>
                  <a:lnTo>
                    <a:pt x="29" y="71"/>
                  </a:lnTo>
                  <a:close/>
                  <a:moveTo>
                    <a:pt x="89" y="64"/>
                  </a:moveTo>
                  <a:cubicBezTo>
                    <a:pt x="69" y="74"/>
                    <a:pt x="69" y="74"/>
                    <a:pt x="69" y="7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68" y="57"/>
                    <a:pt x="68" y="57"/>
                    <a:pt x="68" y="57"/>
                  </a:cubicBezTo>
                  <a:cubicBezTo>
                    <a:pt x="69" y="58"/>
                    <a:pt x="69" y="58"/>
                    <a:pt x="69" y="58"/>
                  </a:cubicBezTo>
                  <a:cubicBezTo>
                    <a:pt x="70" y="58"/>
                    <a:pt x="70" y="58"/>
                    <a:pt x="70" y="57"/>
                  </a:cubicBezTo>
                  <a:cubicBezTo>
                    <a:pt x="89" y="50"/>
                    <a:pt x="89" y="50"/>
                    <a:pt x="89" y="50"/>
                  </a:cubicBezTo>
                  <a:lnTo>
                    <a:pt x="89" y="64"/>
                  </a:lnTo>
                  <a:close/>
                  <a:moveTo>
                    <a:pt x="69" y="52"/>
                  </a:moveTo>
                  <a:cubicBezTo>
                    <a:pt x="38" y="38"/>
                    <a:pt x="38" y="38"/>
                    <a:pt x="38" y="38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101" y="38"/>
                    <a:pt x="101" y="38"/>
                    <a:pt x="101" y="38"/>
                  </a:cubicBezTo>
                  <a:lnTo>
                    <a:pt x="69" y="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17B02E7-1ADD-485A-AEFB-0D06C19662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272534" y="5128381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53" name="Group 41" descr="Video Clapperboard">
              <a:extLst>
                <a:ext uri="{FF2B5EF4-FFF2-40B4-BE49-F238E27FC236}">
                  <a16:creationId xmlns:a16="http://schemas.microsoft.com/office/drawing/2014/main" id="{A4D0B800-7A68-4460-AE32-7229F0B9843C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95631" y="5524348"/>
              <a:ext cx="459581" cy="420743"/>
              <a:chOff x="3439" y="460"/>
              <a:chExt cx="426" cy="390"/>
            </a:xfrm>
            <a:solidFill>
              <a:schemeClr val="accent1"/>
            </a:solidFill>
          </p:grpSpPr>
          <p:sp>
            <p:nvSpPr>
              <p:cNvPr id="54" name="Freeform 42">
                <a:extLst>
                  <a:ext uri="{FF2B5EF4-FFF2-40B4-BE49-F238E27FC236}">
                    <a16:creationId xmlns:a16="http://schemas.microsoft.com/office/drawing/2014/main" id="{C4277701-4C7D-44A5-8B36-2C8A20A7D3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39" y="584"/>
                <a:ext cx="426" cy="266"/>
              </a:xfrm>
              <a:custGeom>
                <a:avLst/>
                <a:gdLst>
                  <a:gd name="T0" fmla="*/ 265 w 288"/>
                  <a:gd name="T1" fmla="*/ 180 h 180"/>
                  <a:gd name="T2" fmla="*/ 23 w 288"/>
                  <a:gd name="T3" fmla="*/ 180 h 180"/>
                  <a:gd name="T4" fmla="*/ 0 w 288"/>
                  <a:gd name="T5" fmla="*/ 157 h 180"/>
                  <a:gd name="T6" fmla="*/ 0 w 288"/>
                  <a:gd name="T7" fmla="*/ 6 h 180"/>
                  <a:gd name="T8" fmla="*/ 6 w 288"/>
                  <a:gd name="T9" fmla="*/ 0 h 180"/>
                  <a:gd name="T10" fmla="*/ 282 w 288"/>
                  <a:gd name="T11" fmla="*/ 0 h 180"/>
                  <a:gd name="T12" fmla="*/ 288 w 288"/>
                  <a:gd name="T13" fmla="*/ 6 h 180"/>
                  <a:gd name="T14" fmla="*/ 288 w 288"/>
                  <a:gd name="T15" fmla="*/ 157 h 180"/>
                  <a:gd name="T16" fmla="*/ 265 w 288"/>
                  <a:gd name="T17" fmla="*/ 180 h 180"/>
                  <a:gd name="T18" fmla="*/ 12 w 288"/>
                  <a:gd name="T19" fmla="*/ 12 h 180"/>
                  <a:gd name="T20" fmla="*/ 12 w 288"/>
                  <a:gd name="T21" fmla="*/ 157 h 180"/>
                  <a:gd name="T22" fmla="*/ 23 w 288"/>
                  <a:gd name="T23" fmla="*/ 168 h 180"/>
                  <a:gd name="T24" fmla="*/ 265 w 288"/>
                  <a:gd name="T25" fmla="*/ 168 h 180"/>
                  <a:gd name="T26" fmla="*/ 276 w 288"/>
                  <a:gd name="T27" fmla="*/ 157 h 180"/>
                  <a:gd name="T28" fmla="*/ 276 w 288"/>
                  <a:gd name="T29" fmla="*/ 12 h 180"/>
                  <a:gd name="T30" fmla="*/ 12 w 288"/>
                  <a:gd name="T31" fmla="*/ 12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8" h="180">
                    <a:moveTo>
                      <a:pt x="265" y="180"/>
                    </a:moveTo>
                    <a:cubicBezTo>
                      <a:pt x="23" y="180"/>
                      <a:pt x="23" y="180"/>
                      <a:pt x="23" y="180"/>
                    </a:cubicBezTo>
                    <a:cubicBezTo>
                      <a:pt x="10" y="180"/>
                      <a:pt x="0" y="170"/>
                      <a:pt x="0" y="15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5" y="0"/>
                      <a:pt x="288" y="3"/>
                      <a:pt x="288" y="6"/>
                    </a:cubicBezTo>
                    <a:cubicBezTo>
                      <a:pt x="288" y="157"/>
                      <a:pt x="288" y="157"/>
                      <a:pt x="288" y="157"/>
                    </a:cubicBezTo>
                    <a:cubicBezTo>
                      <a:pt x="288" y="170"/>
                      <a:pt x="277" y="180"/>
                      <a:pt x="265" y="180"/>
                    </a:cubicBezTo>
                    <a:close/>
                    <a:moveTo>
                      <a:pt x="12" y="12"/>
                    </a:moveTo>
                    <a:cubicBezTo>
                      <a:pt x="12" y="157"/>
                      <a:pt x="12" y="157"/>
                      <a:pt x="12" y="157"/>
                    </a:cubicBezTo>
                    <a:cubicBezTo>
                      <a:pt x="12" y="163"/>
                      <a:pt x="17" y="168"/>
                      <a:pt x="23" y="168"/>
                    </a:cubicBezTo>
                    <a:cubicBezTo>
                      <a:pt x="265" y="168"/>
                      <a:pt x="265" y="168"/>
                      <a:pt x="265" y="168"/>
                    </a:cubicBezTo>
                    <a:cubicBezTo>
                      <a:pt x="271" y="168"/>
                      <a:pt x="276" y="163"/>
                      <a:pt x="276" y="157"/>
                    </a:cubicBezTo>
                    <a:cubicBezTo>
                      <a:pt x="276" y="12"/>
                      <a:pt x="276" y="12"/>
                      <a:pt x="276" y="12"/>
                    </a:cubicBezTo>
                    <a:lnTo>
                      <a:pt x="1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  <p:sp>
            <p:nvSpPr>
              <p:cNvPr id="55" name="Freeform 43">
                <a:extLst>
                  <a:ext uri="{FF2B5EF4-FFF2-40B4-BE49-F238E27FC236}">
                    <a16:creationId xmlns:a16="http://schemas.microsoft.com/office/drawing/2014/main" id="{5C14D3DA-FBFF-4EE9-B77D-5A5BE2759E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81" y="637"/>
                <a:ext cx="160" cy="160"/>
              </a:xfrm>
              <a:custGeom>
                <a:avLst/>
                <a:gdLst>
                  <a:gd name="T0" fmla="*/ 6 w 108"/>
                  <a:gd name="T1" fmla="*/ 108 h 108"/>
                  <a:gd name="T2" fmla="*/ 3 w 108"/>
                  <a:gd name="T3" fmla="*/ 107 h 108"/>
                  <a:gd name="T4" fmla="*/ 0 w 108"/>
                  <a:gd name="T5" fmla="*/ 102 h 108"/>
                  <a:gd name="T6" fmla="*/ 0 w 108"/>
                  <a:gd name="T7" fmla="*/ 6 h 108"/>
                  <a:gd name="T8" fmla="*/ 3 w 108"/>
                  <a:gd name="T9" fmla="*/ 1 h 108"/>
                  <a:gd name="T10" fmla="*/ 9 w 108"/>
                  <a:gd name="T11" fmla="*/ 1 h 108"/>
                  <a:gd name="T12" fmla="*/ 105 w 108"/>
                  <a:gd name="T13" fmla="*/ 49 h 108"/>
                  <a:gd name="T14" fmla="*/ 108 w 108"/>
                  <a:gd name="T15" fmla="*/ 54 h 108"/>
                  <a:gd name="T16" fmla="*/ 105 w 108"/>
                  <a:gd name="T17" fmla="*/ 60 h 108"/>
                  <a:gd name="T18" fmla="*/ 9 w 108"/>
                  <a:gd name="T19" fmla="*/ 108 h 108"/>
                  <a:gd name="T20" fmla="*/ 6 w 108"/>
                  <a:gd name="T21" fmla="*/ 108 h 108"/>
                  <a:gd name="T22" fmla="*/ 12 w 108"/>
                  <a:gd name="T23" fmla="*/ 16 h 108"/>
                  <a:gd name="T24" fmla="*/ 12 w 108"/>
                  <a:gd name="T25" fmla="*/ 93 h 108"/>
                  <a:gd name="T26" fmla="*/ 88 w 108"/>
                  <a:gd name="T27" fmla="*/ 54 h 108"/>
                  <a:gd name="T28" fmla="*/ 12 w 108"/>
                  <a:gd name="T29" fmla="*/ 1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8" h="108">
                    <a:moveTo>
                      <a:pt x="6" y="108"/>
                    </a:moveTo>
                    <a:cubicBezTo>
                      <a:pt x="5" y="108"/>
                      <a:pt x="4" y="108"/>
                      <a:pt x="3" y="107"/>
                    </a:cubicBezTo>
                    <a:cubicBezTo>
                      <a:pt x="1" y="106"/>
                      <a:pt x="0" y="104"/>
                      <a:pt x="0" y="10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1" y="2"/>
                      <a:pt x="3" y="1"/>
                    </a:cubicBezTo>
                    <a:cubicBezTo>
                      <a:pt x="4" y="0"/>
                      <a:pt x="7" y="0"/>
                      <a:pt x="9" y="1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7" y="50"/>
                      <a:pt x="108" y="52"/>
                      <a:pt x="108" y="54"/>
                    </a:cubicBezTo>
                    <a:cubicBezTo>
                      <a:pt x="108" y="57"/>
                      <a:pt x="107" y="59"/>
                      <a:pt x="105" y="60"/>
                    </a:cubicBezTo>
                    <a:cubicBezTo>
                      <a:pt x="9" y="108"/>
                      <a:pt x="9" y="108"/>
                      <a:pt x="9" y="108"/>
                    </a:cubicBezTo>
                    <a:cubicBezTo>
                      <a:pt x="8" y="108"/>
                      <a:pt x="7" y="108"/>
                      <a:pt x="6" y="108"/>
                    </a:cubicBezTo>
                    <a:close/>
                    <a:moveTo>
                      <a:pt x="12" y="16"/>
                    </a:moveTo>
                    <a:cubicBezTo>
                      <a:pt x="12" y="93"/>
                      <a:pt x="12" y="93"/>
                      <a:pt x="12" y="93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12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  <p:sp>
            <p:nvSpPr>
              <p:cNvPr id="56" name="Freeform 44">
                <a:extLst>
                  <a:ext uri="{FF2B5EF4-FFF2-40B4-BE49-F238E27FC236}">
                    <a16:creationId xmlns:a16="http://schemas.microsoft.com/office/drawing/2014/main" id="{AF18AA9B-2224-4C91-AC89-BF8A1D23B65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39" y="460"/>
                <a:ext cx="426" cy="106"/>
              </a:xfrm>
              <a:custGeom>
                <a:avLst/>
                <a:gdLst>
                  <a:gd name="T0" fmla="*/ 282 w 288"/>
                  <a:gd name="T1" fmla="*/ 72 h 72"/>
                  <a:gd name="T2" fmla="*/ 6 w 288"/>
                  <a:gd name="T3" fmla="*/ 72 h 72"/>
                  <a:gd name="T4" fmla="*/ 0 w 288"/>
                  <a:gd name="T5" fmla="*/ 66 h 72"/>
                  <a:gd name="T6" fmla="*/ 0 w 288"/>
                  <a:gd name="T7" fmla="*/ 18 h 72"/>
                  <a:gd name="T8" fmla="*/ 18 w 288"/>
                  <a:gd name="T9" fmla="*/ 0 h 72"/>
                  <a:gd name="T10" fmla="*/ 270 w 288"/>
                  <a:gd name="T11" fmla="*/ 0 h 72"/>
                  <a:gd name="T12" fmla="*/ 288 w 288"/>
                  <a:gd name="T13" fmla="*/ 18 h 72"/>
                  <a:gd name="T14" fmla="*/ 288 w 288"/>
                  <a:gd name="T15" fmla="*/ 66 h 72"/>
                  <a:gd name="T16" fmla="*/ 282 w 288"/>
                  <a:gd name="T17" fmla="*/ 72 h 72"/>
                  <a:gd name="T18" fmla="*/ 12 w 288"/>
                  <a:gd name="T19" fmla="*/ 60 h 72"/>
                  <a:gd name="T20" fmla="*/ 276 w 288"/>
                  <a:gd name="T21" fmla="*/ 60 h 72"/>
                  <a:gd name="T22" fmla="*/ 276 w 288"/>
                  <a:gd name="T23" fmla="*/ 18 h 72"/>
                  <a:gd name="T24" fmla="*/ 270 w 288"/>
                  <a:gd name="T25" fmla="*/ 12 h 72"/>
                  <a:gd name="T26" fmla="*/ 18 w 288"/>
                  <a:gd name="T27" fmla="*/ 12 h 72"/>
                  <a:gd name="T28" fmla="*/ 12 w 288"/>
                  <a:gd name="T29" fmla="*/ 18 h 72"/>
                  <a:gd name="T30" fmla="*/ 12 w 288"/>
                  <a:gd name="T31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8" h="72">
                    <a:moveTo>
                      <a:pt x="282" y="72"/>
                    </a:moveTo>
                    <a:cubicBezTo>
                      <a:pt x="6" y="72"/>
                      <a:pt x="6" y="72"/>
                      <a:pt x="6" y="72"/>
                    </a:cubicBezTo>
                    <a:cubicBezTo>
                      <a:pt x="3" y="72"/>
                      <a:pt x="0" y="70"/>
                      <a:pt x="0" y="6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70" y="0"/>
                      <a:pt x="270" y="0"/>
                      <a:pt x="270" y="0"/>
                    </a:cubicBezTo>
                    <a:cubicBezTo>
                      <a:pt x="280" y="0"/>
                      <a:pt x="288" y="8"/>
                      <a:pt x="288" y="18"/>
                    </a:cubicBezTo>
                    <a:cubicBezTo>
                      <a:pt x="288" y="66"/>
                      <a:pt x="288" y="66"/>
                      <a:pt x="288" y="66"/>
                    </a:cubicBezTo>
                    <a:cubicBezTo>
                      <a:pt x="288" y="70"/>
                      <a:pt x="285" y="72"/>
                      <a:pt x="282" y="72"/>
                    </a:cubicBezTo>
                    <a:close/>
                    <a:moveTo>
                      <a:pt x="12" y="60"/>
                    </a:moveTo>
                    <a:cubicBezTo>
                      <a:pt x="276" y="60"/>
                      <a:pt x="276" y="60"/>
                      <a:pt x="276" y="60"/>
                    </a:cubicBezTo>
                    <a:cubicBezTo>
                      <a:pt x="276" y="18"/>
                      <a:pt x="276" y="18"/>
                      <a:pt x="276" y="18"/>
                    </a:cubicBezTo>
                    <a:cubicBezTo>
                      <a:pt x="276" y="15"/>
                      <a:pt x="273" y="12"/>
                      <a:pt x="270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5" y="12"/>
                      <a:pt x="12" y="15"/>
                      <a:pt x="12" y="18"/>
                    </a:cubicBezTo>
                    <a:lnTo>
                      <a:pt x="1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  <p:sp>
            <p:nvSpPr>
              <p:cNvPr id="57" name="Freeform 45">
                <a:extLst>
                  <a:ext uri="{FF2B5EF4-FFF2-40B4-BE49-F238E27FC236}">
                    <a16:creationId xmlns:a16="http://schemas.microsoft.com/office/drawing/2014/main" id="{360606E0-DD40-4214-B61A-4E11A593C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463"/>
                <a:ext cx="92" cy="91"/>
              </a:xfrm>
              <a:custGeom>
                <a:avLst/>
                <a:gdLst>
                  <a:gd name="T0" fmla="*/ 12 w 92"/>
                  <a:gd name="T1" fmla="*/ 91 h 91"/>
                  <a:gd name="T2" fmla="*/ 0 w 92"/>
                  <a:gd name="T3" fmla="*/ 80 h 91"/>
                  <a:gd name="T4" fmla="*/ 80 w 92"/>
                  <a:gd name="T5" fmla="*/ 0 h 91"/>
                  <a:gd name="T6" fmla="*/ 92 w 92"/>
                  <a:gd name="T7" fmla="*/ 11 h 91"/>
                  <a:gd name="T8" fmla="*/ 12 w 92"/>
                  <a:gd name="T9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" h="91">
                    <a:moveTo>
                      <a:pt x="12" y="91"/>
                    </a:moveTo>
                    <a:lnTo>
                      <a:pt x="0" y="80"/>
                    </a:lnTo>
                    <a:lnTo>
                      <a:pt x="80" y="0"/>
                    </a:lnTo>
                    <a:lnTo>
                      <a:pt x="92" y="11"/>
                    </a:lnTo>
                    <a:lnTo>
                      <a:pt x="12" y="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  <p:sp>
            <p:nvSpPr>
              <p:cNvPr id="58" name="Freeform 46">
                <a:extLst>
                  <a:ext uri="{FF2B5EF4-FFF2-40B4-BE49-F238E27FC236}">
                    <a16:creationId xmlns:a16="http://schemas.microsoft.com/office/drawing/2014/main" id="{BB9F63C7-FE08-4C4B-B694-7D0FAE578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" y="463"/>
                <a:ext cx="101" cy="102"/>
              </a:xfrm>
              <a:custGeom>
                <a:avLst/>
                <a:gdLst>
                  <a:gd name="T0" fmla="*/ 12 w 101"/>
                  <a:gd name="T1" fmla="*/ 102 h 102"/>
                  <a:gd name="T2" fmla="*/ 0 w 101"/>
                  <a:gd name="T3" fmla="*/ 88 h 102"/>
                  <a:gd name="T4" fmla="*/ 89 w 101"/>
                  <a:gd name="T5" fmla="*/ 0 h 102"/>
                  <a:gd name="T6" fmla="*/ 101 w 101"/>
                  <a:gd name="T7" fmla="*/ 11 h 102"/>
                  <a:gd name="T8" fmla="*/ 12 w 101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102">
                    <a:moveTo>
                      <a:pt x="12" y="102"/>
                    </a:moveTo>
                    <a:lnTo>
                      <a:pt x="0" y="88"/>
                    </a:lnTo>
                    <a:lnTo>
                      <a:pt x="89" y="0"/>
                    </a:lnTo>
                    <a:lnTo>
                      <a:pt x="101" y="11"/>
                    </a:lnTo>
                    <a:lnTo>
                      <a:pt x="12" y="10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  <p:sp>
            <p:nvSpPr>
              <p:cNvPr id="59" name="Freeform 47">
                <a:extLst>
                  <a:ext uri="{FF2B5EF4-FFF2-40B4-BE49-F238E27FC236}">
                    <a16:creationId xmlns:a16="http://schemas.microsoft.com/office/drawing/2014/main" id="{08C21C0D-708F-444A-97FE-DF9569DD47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6" y="463"/>
                <a:ext cx="101" cy="102"/>
              </a:xfrm>
              <a:custGeom>
                <a:avLst/>
                <a:gdLst>
                  <a:gd name="T0" fmla="*/ 12 w 101"/>
                  <a:gd name="T1" fmla="*/ 102 h 102"/>
                  <a:gd name="T2" fmla="*/ 0 w 101"/>
                  <a:gd name="T3" fmla="*/ 88 h 102"/>
                  <a:gd name="T4" fmla="*/ 89 w 101"/>
                  <a:gd name="T5" fmla="*/ 0 h 102"/>
                  <a:gd name="T6" fmla="*/ 101 w 101"/>
                  <a:gd name="T7" fmla="*/ 11 h 102"/>
                  <a:gd name="T8" fmla="*/ 12 w 101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102">
                    <a:moveTo>
                      <a:pt x="12" y="102"/>
                    </a:moveTo>
                    <a:lnTo>
                      <a:pt x="0" y="88"/>
                    </a:lnTo>
                    <a:lnTo>
                      <a:pt x="89" y="0"/>
                    </a:lnTo>
                    <a:lnTo>
                      <a:pt x="101" y="11"/>
                    </a:lnTo>
                    <a:lnTo>
                      <a:pt x="12" y="10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  <p:sp>
            <p:nvSpPr>
              <p:cNvPr id="60" name="Freeform 48">
                <a:extLst>
                  <a:ext uri="{FF2B5EF4-FFF2-40B4-BE49-F238E27FC236}">
                    <a16:creationId xmlns:a16="http://schemas.microsoft.com/office/drawing/2014/main" id="{0D0842D0-5DC0-453F-BE60-426547B52D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7" y="463"/>
                <a:ext cx="101" cy="102"/>
              </a:xfrm>
              <a:custGeom>
                <a:avLst/>
                <a:gdLst>
                  <a:gd name="T0" fmla="*/ 12 w 101"/>
                  <a:gd name="T1" fmla="*/ 102 h 102"/>
                  <a:gd name="T2" fmla="*/ 0 w 101"/>
                  <a:gd name="T3" fmla="*/ 88 h 102"/>
                  <a:gd name="T4" fmla="*/ 89 w 101"/>
                  <a:gd name="T5" fmla="*/ 0 h 102"/>
                  <a:gd name="T6" fmla="*/ 101 w 101"/>
                  <a:gd name="T7" fmla="*/ 11 h 102"/>
                  <a:gd name="T8" fmla="*/ 12 w 101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102">
                    <a:moveTo>
                      <a:pt x="12" y="102"/>
                    </a:moveTo>
                    <a:lnTo>
                      <a:pt x="0" y="88"/>
                    </a:lnTo>
                    <a:lnTo>
                      <a:pt x="89" y="0"/>
                    </a:lnTo>
                    <a:lnTo>
                      <a:pt x="101" y="11"/>
                    </a:lnTo>
                    <a:lnTo>
                      <a:pt x="12" y="10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  <p:sp>
            <p:nvSpPr>
              <p:cNvPr id="61" name="Freeform 49">
                <a:extLst>
                  <a:ext uri="{FF2B5EF4-FFF2-40B4-BE49-F238E27FC236}">
                    <a16:creationId xmlns:a16="http://schemas.microsoft.com/office/drawing/2014/main" id="{17D2FB98-3F04-4384-8BD3-655BDE5F5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8" y="463"/>
                <a:ext cx="100" cy="100"/>
              </a:xfrm>
              <a:custGeom>
                <a:avLst/>
                <a:gdLst>
                  <a:gd name="T0" fmla="*/ 12 w 100"/>
                  <a:gd name="T1" fmla="*/ 100 h 100"/>
                  <a:gd name="T2" fmla="*/ 0 w 100"/>
                  <a:gd name="T3" fmla="*/ 88 h 100"/>
                  <a:gd name="T4" fmla="*/ 89 w 100"/>
                  <a:gd name="T5" fmla="*/ 0 h 100"/>
                  <a:gd name="T6" fmla="*/ 100 w 100"/>
                  <a:gd name="T7" fmla="*/ 11 h 100"/>
                  <a:gd name="T8" fmla="*/ 12 w 100"/>
                  <a:gd name="T9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100">
                    <a:moveTo>
                      <a:pt x="12" y="100"/>
                    </a:moveTo>
                    <a:lnTo>
                      <a:pt x="0" y="88"/>
                    </a:lnTo>
                    <a:lnTo>
                      <a:pt x="89" y="0"/>
                    </a:lnTo>
                    <a:lnTo>
                      <a:pt x="100" y="11"/>
                    </a:lnTo>
                    <a:lnTo>
                      <a:pt x="12" y="1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  <p:sp>
            <p:nvSpPr>
              <p:cNvPr id="62" name="Freeform 50">
                <a:extLst>
                  <a:ext uri="{FF2B5EF4-FFF2-40B4-BE49-F238E27FC236}">
                    <a16:creationId xmlns:a16="http://schemas.microsoft.com/office/drawing/2014/main" id="{8CB9D8CE-FA01-42C4-8463-70437A3C20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9" y="480"/>
                <a:ext cx="83" cy="83"/>
              </a:xfrm>
              <a:custGeom>
                <a:avLst/>
                <a:gdLst>
                  <a:gd name="T0" fmla="*/ 12 w 83"/>
                  <a:gd name="T1" fmla="*/ 83 h 83"/>
                  <a:gd name="T2" fmla="*/ 0 w 83"/>
                  <a:gd name="T3" fmla="*/ 71 h 83"/>
                  <a:gd name="T4" fmla="*/ 71 w 83"/>
                  <a:gd name="T5" fmla="*/ 0 h 83"/>
                  <a:gd name="T6" fmla="*/ 83 w 83"/>
                  <a:gd name="T7" fmla="*/ 12 h 83"/>
                  <a:gd name="T8" fmla="*/ 12 w 83"/>
                  <a:gd name="T9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83">
                    <a:moveTo>
                      <a:pt x="12" y="83"/>
                    </a:moveTo>
                    <a:lnTo>
                      <a:pt x="0" y="71"/>
                    </a:lnTo>
                    <a:lnTo>
                      <a:pt x="71" y="0"/>
                    </a:lnTo>
                    <a:lnTo>
                      <a:pt x="83" y="12"/>
                    </a:lnTo>
                    <a:lnTo>
                      <a:pt x="12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99E7E0F-20F6-4363-8454-EC5F199CF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40361" y="5128381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63" name="Group 10" descr="Video Play">
              <a:extLst>
                <a:ext uri="{FF2B5EF4-FFF2-40B4-BE49-F238E27FC236}">
                  <a16:creationId xmlns:a16="http://schemas.microsoft.com/office/drawing/2014/main" id="{22B8AE31-48E3-4BE1-9F9C-FDA49E78BC51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965185" y="5500310"/>
              <a:ext cx="467720" cy="468818"/>
              <a:chOff x="1374" y="442"/>
              <a:chExt cx="425" cy="426"/>
            </a:xfrm>
            <a:solidFill>
              <a:schemeClr val="accent1"/>
            </a:solidFill>
          </p:grpSpPr>
          <p:sp>
            <p:nvSpPr>
              <p:cNvPr id="64" name="Freeform 11">
                <a:extLst>
                  <a:ext uri="{FF2B5EF4-FFF2-40B4-BE49-F238E27FC236}">
                    <a16:creationId xmlns:a16="http://schemas.microsoft.com/office/drawing/2014/main" id="{9CD2690D-BD7B-40D7-B4AC-CBA5B7B56DC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74" y="442"/>
                <a:ext cx="425" cy="426"/>
              </a:xfrm>
              <a:custGeom>
                <a:avLst/>
                <a:gdLst>
                  <a:gd name="T0" fmla="*/ 144 w 288"/>
                  <a:gd name="T1" fmla="*/ 288 h 288"/>
                  <a:gd name="T2" fmla="*/ 0 w 288"/>
                  <a:gd name="T3" fmla="*/ 144 h 288"/>
                  <a:gd name="T4" fmla="*/ 144 w 288"/>
                  <a:gd name="T5" fmla="*/ 0 h 288"/>
                  <a:gd name="T6" fmla="*/ 288 w 288"/>
                  <a:gd name="T7" fmla="*/ 144 h 288"/>
                  <a:gd name="T8" fmla="*/ 144 w 288"/>
                  <a:gd name="T9" fmla="*/ 288 h 288"/>
                  <a:gd name="T10" fmla="*/ 144 w 288"/>
                  <a:gd name="T11" fmla="*/ 12 h 288"/>
                  <a:gd name="T12" fmla="*/ 12 w 288"/>
                  <a:gd name="T13" fmla="*/ 144 h 288"/>
                  <a:gd name="T14" fmla="*/ 144 w 288"/>
                  <a:gd name="T15" fmla="*/ 276 h 288"/>
                  <a:gd name="T16" fmla="*/ 276 w 288"/>
                  <a:gd name="T17" fmla="*/ 144 h 288"/>
                  <a:gd name="T18" fmla="*/ 144 w 288"/>
                  <a:gd name="T19" fmla="*/ 12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8" h="288">
                    <a:moveTo>
                      <a:pt x="144" y="288"/>
                    </a:moveTo>
                    <a:cubicBezTo>
                      <a:pt x="64" y="288"/>
                      <a:pt x="0" y="223"/>
                      <a:pt x="0" y="144"/>
                    </a:cubicBezTo>
                    <a:cubicBezTo>
                      <a:pt x="0" y="64"/>
                      <a:pt x="64" y="0"/>
                      <a:pt x="144" y="0"/>
                    </a:cubicBezTo>
                    <a:cubicBezTo>
                      <a:pt x="223" y="0"/>
                      <a:pt x="288" y="64"/>
                      <a:pt x="288" y="144"/>
                    </a:cubicBezTo>
                    <a:cubicBezTo>
                      <a:pt x="288" y="223"/>
                      <a:pt x="223" y="288"/>
                      <a:pt x="144" y="288"/>
                    </a:cubicBezTo>
                    <a:close/>
                    <a:moveTo>
                      <a:pt x="144" y="12"/>
                    </a:moveTo>
                    <a:cubicBezTo>
                      <a:pt x="71" y="12"/>
                      <a:pt x="12" y="71"/>
                      <a:pt x="12" y="144"/>
                    </a:cubicBezTo>
                    <a:cubicBezTo>
                      <a:pt x="12" y="216"/>
                      <a:pt x="71" y="276"/>
                      <a:pt x="144" y="276"/>
                    </a:cubicBezTo>
                    <a:cubicBezTo>
                      <a:pt x="216" y="276"/>
                      <a:pt x="276" y="216"/>
                      <a:pt x="276" y="144"/>
                    </a:cubicBezTo>
                    <a:cubicBezTo>
                      <a:pt x="276" y="71"/>
                      <a:pt x="216" y="12"/>
                      <a:pt x="14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65" name="Freeform 12">
                <a:extLst>
                  <a:ext uri="{FF2B5EF4-FFF2-40B4-BE49-F238E27FC236}">
                    <a16:creationId xmlns:a16="http://schemas.microsoft.com/office/drawing/2014/main" id="{B7647B7A-3E93-4CB0-B37F-85E2ED849D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16" y="565"/>
                <a:ext cx="177" cy="179"/>
              </a:xfrm>
              <a:custGeom>
                <a:avLst/>
                <a:gdLst>
                  <a:gd name="T0" fmla="*/ 6 w 120"/>
                  <a:gd name="T1" fmla="*/ 121 h 121"/>
                  <a:gd name="T2" fmla="*/ 2 w 120"/>
                  <a:gd name="T3" fmla="*/ 120 h 121"/>
                  <a:gd name="T4" fmla="*/ 0 w 120"/>
                  <a:gd name="T5" fmla="*/ 115 h 121"/>
                  <a:gd name="T6" fmla="*/ 0 w 120"/>
                  <a:gd name="T7" fmla="*/ 7 h 121"/>
                  <a:gd name="T8" fmla="*/ 2 w 120"/>
                  <a:gd name="T9" fmla="*/ 2 h 121"/>
                  <a:gd name="T10" fmla="*/ 8 w 120"/>
                  <a:gd name="T11" fmla="*/ 1 h 121"/>
                  <a:gd name="T12" fmla="*/ 116 w 120"/>
                  <a:gd name="T13" fmla="*/ 55 h 121"/>
                  <a:gd name="T14" fmla="*/ 120 w 120"/>
                  <a:gd name="T15" fmla="*/ 61 h 121"/>
                  <a:gd name="T16" fmla="*/ 116 w 120"/>
                  <a:gd name="T17" fmla="*/ 66 h 121"/>
                  <a:gd name="T18" fmla="*/ 8 w 120"/>
                  <a:gd name="T19" fmla="*/ 120 h 121"/>
                  <a:gd name="T20" fmla="*/ 6 w 120"/>
                  <a:gd name="T21" fmla="*/ 121 h 121"/>
                  <a:gd name="T22" fmla="*/ 12 w 120"/>
                  <a:gd name="T23" fmla="*/ 16 h 121"/>
                  <a:gd name="T24" fmla="*/ 12 w 120"/>
                  <a:gd name="T25" fmla="*/ 105 h 121"/>
                  <a:gd name="T26" fmla="*/ 100 w 120"/>
                  <a:gd name="T27" fmla="*/ 61 h 121"/>
                  <a:gd name="T28" fmla="*/ 12 w 120"/>
                  <a:gd name="T29" fmla="*/ 16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0" h="121">
                    <a:moveTo>
                      <a:pt x="6" y="121"/>
                    </a:moveTo>
                    <a:cubicBezTo>
                      <a:pt x="5" y="121"/>
                      <a:pt x="3" y="120"/>
                      <a:pt x="2" y="120"/>
                    </a:cubicBezTo>
                    <a:cubicBezTo>
                      <a:pt x="1" y="119"/>
                      <a:pt x="0" y="117"/>
                      <a:pt x="0" y="115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1" y="3"/>
                      <a:pt x="2" y="2"/>
                    </a:cubicBezTo>
                    <a:cubicBezTo>
                      <a:pt x="4" y="0"/>
                      <a:pt x="6" y="0"/>
                      <a:pt x="8" y="1"/>
                    </a:cubicBezTo>
                    <a:cubicBezTo>
                      <a:pt x="116" y="55"/>
                      <a:pt x="116" y="55"/>
                      <a:pt x="116" y="55"/>
                    </a:cubicBezTo>
                    <a:cubicBezTo>
                      <a:pt x="118" y="56"/>
                      <a:pt x="120" y="58"/>
                      <a:pt x="120" y="61"/>
                    </a:cubicBezTo>
                    <a:cubicBezTo>
                      <a:pt x="120" y="63"/>
                      <a:pt x="118" y="65"/>
                      <a:pt x="116" y="66"/>
                    </a:cubicBezTo>
                    <a:cubicBezTo>
                      <a:pt x="8" y="120"/>
                      <a:pt x="8" y="120"/>
                      <a:pt x="8" y="120"/>
                    </a:cubicBezTo>
                    <a:cubicBezTo>
                      <a:pt x="7" y="120"/>
                      <a:pt x="7" y="121"/>
                      <a:pt x="6" y="121"/>
                    </a:cubicBezTo>
                    <a:close/>
                    <a:moveTo>
                      <a:pt x="12" y="16"/>
                    </a:moveTo>
                    <a:cubicBezTo>
                      <a:pt x="12" y="105"/>
                      <a:pt x="12" y="105"/>
                      <a:pt x="12" y="105"/>
                    </a:cubicBezTo>
                    <a:cubicBezTo>
                      <a:pt x="100" y="61"/>
                      <a:pt x="100" y="61"/>
                      <a:pt x="100" y="61"/>
                    </a:cubicBezTo>
                    <a:lnTo>
                      <a:pt x="12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D01950-FBC6-4FDB-8A06-8F93840254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846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DC4F61-184E-4F82-BCFE-5284E01CA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800100"/>
          </a:xfrm>
        </p:spPr>
        <p:txBody>
          <a:bodyPr/>
          <a:lstStyle/>
          <a:p>
            <a:r>
              <a:rPr lang="en-GB" dirty="0"/>
              <a:t>Slide Layouts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137222D-EBC6-47FC-93BE-F7C6E292D8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234440"/>
            <a:ext cx="11430000" cy="384048"/>
          </a:xfrm>
        </p:spPr>
        <p:txBody>
          <a:bodyPr/>
          <a:lstStyle/>
          <a:p>
            <a:r>
              <a:rPr lang="en-GB" dirty="0"/>
              <a:t>The following snapshots show some of the slide layouts included within this template. </a:t>
            </a:r>
            <a:br>
              <a:rPr lang="en-GB" dirty="0"/>
            </a:br>
            <a:r>
              <a:rPr lang="en-GB" dirty="0"/>
              <a:t>Access them through Home (Ribbon) &gt; Slides &gt; Layout or View (Ribbon) &gt; Slide Master.</a:t>
            </a:r>
          </a:p>
        </p:txBody>
      </p:sp>
      <p:grpSp>
        <p:nvGrpSpPr>
          <p:cNvPr id="9" name="Group 8" descr="Slide Layouts ordered from left to right">
            <a:extLst>
              <a:ext uri="{FF2B5EF4-FFF2-40B4-BE49-F238E27FC236}">
                <a16:creationId xmlns:a16="http://schemas.microsoft.com/office/drawing/2014/main" id="{C02412A5-B3F8-46B8-A63A-028A5CABE914}"/>
              </a:ext>
            </a:extLst>
          </p:cNvPr>
          <p:cNvGrpSpPr/>
          <p:nvPr/>
        </p:nvGrpSpPr>
        <p:grpSpPr>
          <a:xfrm>
            <a:off x="380999" y="2124611"/>
            <a:ext cx="11340234" cy="4165540"/>
            <a:chOff x="380999" y="2124611"/>
            <a:chExt cx="11340234" cy="416554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32ED384-FC9E-4CD3-B6A0-81D43F8E9489}"/>
                </a:ext>
              </a:extLst>
            </p:cNvPr>
            <p:cNvSpPr txBox="1"/>
            <p:nvPr/>
          </p:nvSpPr>
          <p:spPr>
            <a:xfrm rot="16200000">
              <a:off x="142495" y="2364473"/>
              <a:ext cx="713231" cy="236223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 defTabSz="228600">
                <a:lnSpc>
                  <a:spcPct val="90000"/>
                </a:lnSpc>
                <a:spcAft>
                  <a:spcPts val="1200"/>
                </a:spcAft>
              </a:pPr>
              <a:r>
                <a:rPr lang="en-US" sz="1000" b="1" noProof="0" dirty="0">
                  <a:solidFill>
                    <a:schemeClr val="tx1"/>
                  </a:solidFill>
                </a:rPr>
                <a:t>Intro &amp;</a:t>
              </a:r>
              <a:br>
                <a:rPr lang="en-US" sz="1000" b="1" noProof="0" dirty="0">
                  <a:solidFill>
                    <a:schemeClr val="tx1"/>
                  </a:solidFill>
                </a:rPr>
              </a:br>
              <a:r>
                <a:rPr lang="en-US" sz="1000" b="1" noProof="0" dirty="0">
                  <a:solidFill>
                    <a:schemeClr val="tx1"/>
                  </a:solidFill>
                </a:rPr>
                <a:t>Covers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0AA8100-F555-4ED7-8DEC-1F474FCDE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8660" y="2124611"/>
              <a:ext cx="1280160" cy="721359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85BA0C1-B62C-494C-8162-7B55D58AC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9005" y="2124611"/>
              <a:ext cx="1280160" cy="721359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A669C17-4472-4A74-8A5E-C58D96A03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89350" y="2124611"/>
              <a:ext cx="1280160" cy="721359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12C7589-8514-44AC-8C89-42B287835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79695" y="2124611"/>
              <a:ext cx="1280160" cy="721359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9945926-17CE-4FA7-AAB9-897E3694F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70040" y="2124611"/>
              <a:ext cx="1280160" cy="721359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1D6BACAA-1C7A-4738-950C-CB30AC8F8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60385" y="2124611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8BE5633-92A8-4937-A9EA-17654F73D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50730" y="2124611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B036E7E-4EC8-4F0B-B8C1-BB6E4E42A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441073" y="2124611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132834B-EBC9-4E1F-9C86-922D68C96B36}"/>
                </a:ext>
              </a:extLst>
            </p:cNvPr>
            <p:cNvSpPr txBox="1"/>
            <p:nvPr/>
          </p:nvSpPr>
          <p:spPr>
            <a:xfrm rot="16200000">
              <a:off x="141088" y="3231151"/>
              <a:ext cx="716046" cy="23622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 defTabSz="228600">
                <a:lnSpc>
                  <a:spcPct val="90000"/>
                </a:lnSpc>
                <a:spcAft>
                  <a:spcPts val="1200"/>
                </a:spcAft>
              </a:pPr>
              <a:r>
                <a:rPr lang="en-US" sz="1000" b="1" noProof="0" dirty="0">
                  <a:solidFill>
                    <a:schemeClr val="tx1"/>
                  </a:solidFill>
                </a:rPr>
                <a:t>Section Dividers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E0453D3-21A4-4C67-A943-569B3CA5D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08660" y="2985925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325790A-3C8C-4CFA-A298-CF6D86CBB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099005" y="2985925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DF41C14-F9A2-426B-AFB8-3A4DAEB99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489350" y="2985925"/>
              <a:ext cx="1280160" cy="721360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BFF4F7B8-CAC0-49E6-82D7-3FB2BE0C1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08660" y="3846173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33FE2DF7-3097-4365-AE1E-C9AFF3D74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099005" y="3846173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72D6B785-C013-431C-8DF2-538EB003E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489350" y="3846173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47B1C1DD-FB52-4AC3-BA48-94F28F01D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879695" y="3846173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78CAF464-EEF2-48CC-827E-DB7C12675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270040" y="3846173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7A34162E-3E97-4F6E-81DA-EB04A85C9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7660385" y="3846173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882A60BF-A583-4669-8777-EF9CDA0D9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050730" y="3846173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C8A21916-01CE-4A2E-840E-B9D39041E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441073" y="3846173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6875CFA-1AD5-43C6-B1C4-D225614EC082}"/>
                </a:ext>
              </a:extLst>
            </p:cNvPr>
            <p:cNvSpPr txBox="1"/>
            <p:nvPr/>
          </p:nvSpPr>
          <p:spPr>
            <a:xfrm rot="16200000">
              <a:off x="-642485" y="4969852"/>
              <a:ext cx="2283191" cy="23622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 defTabSz="228600">
                <a:lnSpc>
                  <a:spcPct val="90000"/>
                </a:lnSpc>
                <a:spcAft>
                  <a:spcPts val="1200"/>
                </a:spcAft>
              </a:pPr>
              <a:r>
                <a:rPr lang="en-US" sz="1000" b="1" noProof="0" dirty="0">
                  <a:solidFill>
                    <a:schemeClr val="tx1"/>
                  </a:solidFill>
                </a:rPr>
                <a:t>Content Layouts</a:t>
              </a: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DBDDD54D-7BF5-46B9-9CFB-BA41CD5F0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08660" y="4715589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3CBC7077-B025-454C-8E99-4F1AFAF19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2099005" y="4715589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70EFE791-233B-4BF1-81D7-EE7F66FFC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489350" y="4715589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59D22D1D-F211-418A-BE38-7F84B7C4D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879695" y="4715589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C82B0C56-F25B-46D6-BFA3-FE220B5F3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6270040" y="4715589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FFB1FF73-51B9-40F8-AF9A-2F63F326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660385" y="4715589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69D11B80-413E-467D-8F11-849DE617C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9050730" y="4715589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B7333E14-CA3B-4EA0-94D6-74A3143BE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0441073" y="4715589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01239BB-754A-43B5-B4E8-006084906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708660" y="5568791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BC25625-23A3-49B2-B280-E5C5DD4A7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2099005" y="5568791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8D98FAB-CD87-41AC-A274-E7B237862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3489350" y="5568791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3F3BC04-7052-40AB-B39E-E31A3DD99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879695" y="5568791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307BF853-292A-41E8-A2B5-96D112C913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6270040" y="5568791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2A57F8F-A3EE-4661-A979-89E4B7798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rcRect/>
            <a:stretch/>
          </p:blipFill>
          <p:spPr>
            <a:xfrm>
              <a:off x="7660385" y="5569426"/>
              <a:ext cx="1280160" cy="72009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E257E296-2CC9-4A18-B258-674CBC81E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050730" y="5568791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7FD57735-23CC-47F5-9CC0-E54B04401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0441073" y="5568791"/>
              <a:ext cx="1280160" cy="72136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</p:grp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CA0A391C-128E-47E3-8480-F714309460E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889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FB5035-7C72-43BF-A8DB-A7280ED54461}"/>
              </a:ext>
            </a:extLst>
          </p:cNvPr>
          <p:cNvSpPr>
            <a:spLocks noGrp="1"/>
          </p:cNvSpPr>
          <p:nvPr>
            <p:ph type="ctrTitle"/>
          </p:nvPr>
        </p:nvSpPr>
        <p:spPr bwMode="white"/>
        <p:txBody>
          <a:bodyPr/>
          <a:lstStyle/>
          <a:p>
            <a:r>
              <a:rPr lang="en-US" dirty="0"/>
              <a:t>Place presentation title here 48pt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1244AFF-6411-4B84-BA88-9244C01259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white"/>
        <p:txBody>
          <a:bodyPr/>
          <a:lstStyle/>
          <a:p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9C304-423F-4288-926C-47BD259C67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/>
        <p:txBody>
          <a:bodyPr/>
          <a:lstStyle/>
          <a:p>
            <a:r>
              <a:rPr lang="en-GB" dirty="0"/>
              <a:t>Presenter</a:t>
            </a:r>
            <a:r>
              <a:rPr lang="en-US" dirty="0"/>
              <a:t> 14pt</a:t>
            </a:r>
          </a:p>
        </p:txBody>
      </p:sp>
    </p:spTree>
    <p:extLst>
      <p:ext uri="{BB962C8B-B14F-4D97-AF65-F5344CB8AC3E}">
        <p14:creationId xmlns:p14="http://schemas.microsoft.com/office/powerpoint/2010/main" val="217193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235D3-C132-4720-8A28-BCF016E5E3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6AB86A-8ACA-4140-9D5B-E61CB0BE73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5523BC-91C0-46DE-8B5D-DA29631462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Presenter</a:t>
            </a:r>
            <a:r>
              <a:rPr lang="en-US" dirty="0"/>
              <a:t> 14pt</a:t>
            </a:r>
          </a:p>
        </p:txBody>
      </p:sp>
    </p:spTree>
    <p:extLst>
      <p:ext uri="{BB962C8B-B14F-4D97-AF65-F5344CB8AC3E}">
        <p14:creationId xmlns:p14="http://schemas.microsoft.com/office/powerpoint/2010/main" val="438464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12FC18-32C4-4C31-95F9-1B65B1F63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Section title 54pt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0B193A-C392-4007-B83A-2FCA7F238D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Place subtitle here, </a:t>
            </a:r>
            <a:br>
              <a:rPr lang="en-GB" dirty="0"/>
            </a:br>
            <a:r>
              <a:rPr lang="en-GB" dirty="0"/>
              <a:t>Palatino Linotype 24pt</a:t>
            </a:r>
            <a:endParaRPr lang="en-US" dirty="0"/>
          </a:p>
        </p:txBody>
      </p:sp>
      <p:sp>
        <p:nvSpPr>
          <p:cNvPr id="7" name="Picture Placeholder 6" descr="Drag picture to placeholder">
            <a:extLst>
              <a:ext uri="{FF2B5EF4-FFF2-40B4-BE49-F238E27FC236}">
                <a16:creationId xmlns:a16="http://schemas.microsoft.com/office/drawing/2014/main" id="{A9B3A3EC-A074-4884-A9F7-E7FD963574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C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C3EDF-7D22-4BBE-8347-4B8BDA4D5E2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598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00BA-28CE-44DC-AE23-483AFE1D1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title 54pt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594B6-5347-4FFF-9E9C-CD62B1E6319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2FC16E-6F89-4FD3-83CD-58FAD613ED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Place subtitle here, Palatino Linotype 24pt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88350-F0D7-4BD8-9351-DF024310239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592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descr="Agenda title">
            <a:extLst>
              <a:ext uri="{FF2B5EF4-FFF2-40B4-BE49-F238E27FC236}">
                <a16:creationId xmlns:a16="http://schemas.microsoft.com/office/drawing/2014/main" id="{651DC24B-AB70-4983-B766-42BF4110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1371601"/>
            <a:ext cx="3267011" cy="810399"/>
          </a:xfrm>
        </p:spPr>
        <p:txBody>
          <a:bodyPr/>
          <a:lstStyle/>
          <a:p>
            <a:r>
              <a:rPr lang="en-GB"/>
              <a:t>Agenda title</a:t>
            </a:r>
            <a:endParaRPr lang="en-US" dirty="0"/>
          </a:p>
        </p:txBody>
      </p:sp>
      <p:sp>
        <p:nvSpPr>
          <p:cNvPr id="2" name="Text Placeholder 1" descr="Agenda Subtitle">
            <a:extLst>
              <a:ext uri="{FF2B5EF4-FFF2-40B4-BE49-F238E27FC236}">
                <a16:creationId xmlns:a16="http://schemas.microsoft.com/office/drawing/2014/main" id="{0D56783D-2F75-40DC-AF61-234BA5EA06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1" y="2182000"/>
            <a:ext cx="3267012" cy="2699330"/>
          </a:xfrm>
        </p:spPr>
        <p:txBody>
          <a:bodyPr/>
          <a:lstStyle/>
          <a:p>
            <a:r>
              <a:rPr lang="en-US" dirty="0"/>
              <a:t>Place agenda summary here in Palatino Linotype 24pt</a:t>
            </a:r>
          </a:p>
        </p:txBody>
      </p:sp>
      <p:sp>
        <p:nvSpPr>
          <p:cNvPr id="13" name="Text Placeholder 12" descr="No. 1">
            <a:extLst>
              <a:ext uri="{FF2B5EF4-FFF2-40B4-BE49-F238E27FC236}">
                <a16:creationId xmlns:a16="http://schemas.microsoft.com/office/drawing/2014/main" id="{4EECF1EB-FE9A-4395-9803-48D1366F41A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426242" y="1371600"/>
            <a:ext cx="405128" cy="485340"/>
          </a:xfrm>
        </p:spPr>
        <p:txBody>
          <a:bodyPr/>
          <a:lstStyle/>
          <a:p>
            <a:r>
              <a:rPr lang="en-GB" dirty="0"/>
              <a:t>##</a:t>
            </a:r>
            <a:endParaRPr lang="en-US" dirty="0"/>
          </a:p>
        </p:txBody>
      </p:sp>
      <p:sp>
        <p:nvSpPr>
          <p:cNvPr id="5" name="Text Placeholder 4" descr="Agenda Item 1">
            <a:extLst>
              <a:ext uri="{FF2B5EF4-FFF2-40B4-BE49-F238E27FC236}">
                <a16:creationId xmlns:a16="http://schemas.microsoft.com/office/drawing/2014/main" id="{CE422875-EDAA-48FF-A282-26952DB0C5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966971" y="1371600"/>
            <a:ext cx="2953039" cy="485340"/>
          </a:xfrm>
        </p:spPr>
        <p:txBody>
          <a:bodyPr/>
          <a:lstStyle/>
          <a:p>
            <a:r>
              <a:rPr lang="en-GB" dirty="0"/>
              <a:t>Agenda item</a:t>
            </a:r>
            <a:endParaRPr lang="en-US" dirty="0"/>
          </a:p>
        </p:txBody>
      </p:sp>
      <p:sp>
        <p:nvSpPr>
          <p:cNvPr id="14" name="Text Placeholder 13" descr="No. 2">
            <a:extLst>
              <a:ext uri="{FF2B5EF4-FFF2-40B4-BE49-F238E27FC236}">
                <a16:creationId xmlns:a16="http://schemas.microsoft.com/office/drawing/2014/main" id="{325A2794-9D7F-4F8A-B659-3126A5AE36E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426242" y="1976478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6" name="Text Placeholder 5" descr="Agenda Item 2">
            <a:extLst>
              <a:ext uri="{FF2B5EF4-FFF2-40B4-BE49-F238E27FC236}">
                <a16:creationId xmlns:a16="http://schemas.microsoft.com/office/drawing/2014/main" id="{75C65787-9125-4790-B3F2-CF1B59158F4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66971" y="1976478"/>
            <a:ext cx="2953039" cy="485340"/>
          </a:xfrm>
        </p:spPr>
        <p:txBody>
          <a:bodyPr/>
          <a:lstStyle/>
          <a:p>
            <a:r>
              <a:rPr lang="en-GB" dirty="0"/>
              <a:t>Agenda item</a:t>
            </a:r>
            <a:endParaRPr lang="en-US" dirty="0"/>
          </a:p>
        </p:txBody>
      </p:sp>
      <p:sp>
        <p:nvSpPr>
          <p:cNvPr id="15" name="Text Placeholder 14" descr="No. 3">
            <a:extLst>
              <a:ext uri="{FF2B5EF4-FFF2-40B4-BE49-F238E27FC236}">
                <a16:creationId xmlns:a16="http://schemas.microsoft.com/office/drawing/2014/main" id="{304C0A50-C2E5-47D6-A07E-8078A7EADE1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426242" y="2581356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7" name="Text Placeholder 6" descr="Agenda Item 3">
            <a:extLst>
              <a:ext uri="{FF2B5EF4-FFF2-40B4-BE49-F238E27FC236}">
                <a16:creationId xmlns:a16="http://schemas.microsoft.com/office/drawing/2014/main" id="{91845080-64D9-4192-98A6-69D53C7056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66971" y="2581356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16" name="Text Placeholder 15" descr="No. 4">
            <a:extLst>
              <a:ext uri="{FF2B5EF4-FFF2-40B4-BE49-F238E27FC236}">
                <a16:creationId xmlns:a16="http://schemas.microsoft.com/office/drawing/2014/main" id="{E9921B81-A763-4EA2-AC60-D1AEB3C65E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426242" y="3186234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8" name="Text Placeholder 7" descr="Agenda Item 4">
            <a:extLst>
              <a:ext uri="{FF2B5EF4-FFF2-40B4-BE49-F238E27FC236}">
                <a16:creationId xmlns:a16="http://schemas.microsoft.com/office/drawing/2014/main" id="{500B9542-3140-4DAC-81AA-3DECE8BBA0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966971" y="3186234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17" name="Text Placeholder 16" descr="No. 5">
            <a:extLst>
              <a:ext uri="{FF2B5EF4-FFF2-40B4-BE49-F238E27FC236}">
                <a16:creationId xmlns:a16="http://schemas.microsoft.com/office/drawing/2014/main" id="{C4FFBA75-22E6-402C-AEB3-C41D3882CCB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426242" y="3791112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9" name="Text Placeholder 8" descr="Agenda Item 5">
            <a:extLst>
              <a:ext uri="{FF2B5EF4-FFF2-40B4-BE49-F238E27FC236}">
                <a16:creationId xmlns:a16="http://schemas.microsoft.com/office/drawing/2014/main" id="{B9C70C9F-B466-4D01-A087-327C9CEBA3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966971" y="3791112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18" name="Text Placeholder 17" descr="No. 6">
            <a:extLst>
              <a:ext uri="{FF2B5EF4-FFF2-40B4-BE49-F238E27FC236}">
                <a16:creationId xmlns:a16="http://schemas.microsoft.com/office/drawing/2014/main" id="{4280AB87-8516-4AC1-804E-704DD95DF30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426242" y="4395990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10" name="Text Placeholder 9" descr="Agenda Item 6">
            <a:extLst>
              <a:ext uri="{FF2B5EF4-FFF2-40B4-BE49-F238E27FC236}">
                <a16:creationId xmlns:a16="http://schemas.microsoft.com/office/drawing/2014/main" id="{957E685F-2D7B-47FC-B5C9-F7D7083B14B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66971" y="4395990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19" name="Text Placeholder 18" descr="No. 7">
            <a:extLst>
              <a:ext uri="{FF2B5EF4-FFF2-40B4-BE49-F238E27FC236}">
                <a16:creationId xmlns:a16="http://schemas.microsoft.com/office/drawing/2014/main" id="{4D3DC6CF-9870-44CD-80AD-B6718190843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426242" y="5000868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11" name="Text Placeholder 10" descr="Agenda Item 7">
            <a:extLst>
              <a:ext uri="{FF2B5EF4-FFF2-40B4-BE49-F238E27FC236}">
                <a16:creationId xmlns:a16="http://schemas.microsoft.com/office/drawing/2014/main" id="{DE400299-0FDB-4390-ADDE-CF5AEED5DC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966971" y="5000868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20" name="Text Placeholder 19" descr="No. 8">
            <a:extLst>
              <a:ext uri="{FF2B5EF4-FFF2-40B4-BE49-F238E27FC236}">
                <a16:creationId xmlns:a16="http://schemas.microsoft.com/office/drawing/2014/main" id="{51CE8229-7B4F-4140-BEAF-4B7A3B2F54B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426242" y="5605747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12" name="Text Placeholder 11" descr="Agenda Item 8">
            <a:extLst>
              <a:ext uri="{FF2B5EF4-FFF2-40B4-BE49-F238E27FC236}">
                <a16:creationId xmlns:a16="http://schemas.microsoft.com/office/drawing/2014/main" id="{C7F17630-7ADA-42EA-951E-085406AFC14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66971" y="5605747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29" name="Text Placeholder 28" descr="No. 9">
            <a:extLst>
              <a:ext uri="{FF2B5EF4-FFF2-40B4-BE49-F238E27FC236}">
                <a16:creationId xmlns:a16="http://schemas.microsoft.com/office/drawing/2014/main" id="{A4B967A4-9715-47F7-AE1B-2992B282E40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317230" y="1371600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21" name="Text Placeholder 20" descr="Agenda Item 9">
            <a:extLst>
              <a:ext uri="{FF2B5EF4-FFF2-40B4-BE49-F238E27FC236}">
                <a16:creationId xmlns:a16="http://schemas.microsoft.com/office/drawing/2014/main" id="{C0A49B54-BC4A-476F-A603-5BE17A7A85B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57959" y="1371600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30" name="Text Placeholder 29" descr="No. 10">
            <a:extLst>
              <a:ext uri="{FF2B5EF4-FFF2-40B4-BE49-F238E27FC236}">
                <a16:creationId xmlns:a16="http://schemas.microsoft.com/office/drawing/2014/main" id="{9A0A48D4-B010-41A9-B158-77F3D8729AF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317230" y="1976478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22" name="Text Placeholder 21" descr="Agenda Item 10">
            <a:extLst>
              <a:ext uri="{FF2B5EF4-FFF2-40B4-BE49-F238E27FC236}">
                <a16:creationId xmlns:a16="http://schemas.microsoft.com/office/drawing/2014/main" id="{A42A74CC-88B3-4A8B-B104-A4EA5745FD2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857959" y="1976478"/>
            <a:ext cx="2953039" cy="485340"/>
          </a:xfrm>
        </p:spPr>
        <p:txBody>
          <a:bodyPr/>
          <a:lstStyle/>
          <a:p>
            <a:r>
              <a:rPr lang="en-GB" dirty="0"/>
              <a:t>Agenda item</a:t>
            </a:r>
            <a:endParaRPr lang="en-US" dirty="0"/>
          </a:p>
        </p:txBody>
      </p:sp>
      <p:sp>
        <p:nvSpPr>
          <p:cNvPr id="31" name="Text Placeholder 30" descr="No. 11">
            <a:extLst>
              <a:ext uri="{FF2B5EF4-FFF2-40B4-BE49-F238E27FC236}">
                <a16:creationId xmlns:a16="http://schemas.microsoft.com/office/drawing/2014/main" id="{C56C9BF9-D470-42C7-A0E2-AF775B63A297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7230" y="2581356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23" name="Text Placeholder 22" descr="Agenda Item 11">
            <a:extLst>
              <a:ext uri="{FF2B5EF4-FFF2-40B4-BE49-F238E27FC236}">
                <a16:creationId xmlns:a16="http://schemas.microsoft.com/office/drawing/2014/main" id="{928379D8-C798-45AB-A6C6-BD4EB9E51A7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57959" y="2581356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32" name="Text Placeholder 31" descr="No. 12">
            <a:extLst>
              <a:ext uri="{FF2B5EF4-FFF2-40B4-BE49-F238E27FC236}">
                <a16:creationId xmlns:a16="http://schemas.microsoft.com/office/drawing/2014/main" id="{ACBB4BBA-9EA8-48E4-90F1-3AD8B74A5B2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8317230" y="3186234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24" name="Text Placeholder 23" descr="Agenda Item 12">
            <a:extLst>
              <a:ext uri="{FF2B5EF4-FFF2-40B4-BE49-F238E27FC236}">
                <a16:creationId xmlns:a16="http://schemas.microsoft.com/office/drawing/2014/main" id="{EFAA4D69-1078-4AFD-AB1E-0CAAA0E6D1A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857959" y="3186234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33" name="Text Placeholder 32" descr="No. 13">
            <a:extLst>
              <a:ext uri="{FF2B5EF4-FFF2-40B4-BE49-F238E27FC236}">
                <a16:creationId xmlns:a16="http://schemas.microsoft.com/office/drawing/2014/main" id="{47070DEF-D816-4720-B27C-1B470254E57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317230" y="3791112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25" name="Text Placeholder 24" descr="Agenda Item 13">
            <a:extLst>
              <a:ext uri="{FF2B5EF4-FFF2-40B4-BE49-F238E27FC236}">
                <a16:creationId xmlns:a16="http://schemas.microsoft.com/office/drawing/2014/main" id="{11406D80-647D-43BA-B8D4-EBBF1E2104A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857959" y="3791112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34" name="Text Placeholder 33" descr="No. 14">
            <a:extLst>
              <a:ext uri="{FF2B5EF4-FFF2-40B4-BE49-F238E27FC236}">
                <a16:creationId xmlns:a16="http://schemas.microsoft.com/office/drawing/2014/main" id="{40753BB6-656E-4480-A7EA-BE625C6D9AC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7230" y="4395990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26" name="Text Placeholder 25" descr="Agenda Item 14">
            <a:extLst>
              <a:ext uri="{FF2B5EF4-FFF2-40B4-BE49-F238E27FC236}">
                <a16:creationId xmlns:a16="http://schemas.microsoft.com/office/drawing/2014/main" id="{F0721294-7AAC-4545-AF24-CDA2E068CFE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857959" y="4395990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35" name="Text Placeholder 34" descr="No. 15">
            <a:extLst>
              <a:ext uri="{FF2B5EF4-FFF2-40B4-BE49-F238E27FC236}">
                <a16:creationId xmlns:a16="http://schemas.microsoft.com/office/drawing/2014/main" id="{4DCD9BA7-1119-4462-8F01-3062069AA817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317230" y="5000868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27" name="Text Placeholder 26" descr="Agenda Item 15">
            <a:extLst>
              <a:ext uri="{FF2B5EF4-FFF2-40B4-BE49-F238E27FC236}">
                <a16:creationId xmlns:a16="http://schemas.microsoft.com/office/drawing/2014/main" id="{FCCA5C5F-D264-41A1-9DFA-031FFCC6ADD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857959" y="5000868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36" name="Text Placeholder 35" descr="No. 16">
            <a:extLst>
              <a:ext uri="{FF2B5EF4-FFF2-40B4-BE49-F238E27FC236}">
                <a16:creationId xmlns:a16="http://schemas.microsoft.com/office/drawing/2014/main" id="{7650D558-0B4D-43CE-8B01-51CC4EF6D3C4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7230" y="5605747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28" name="Text Placeholder 27" descr="Agenda Item 16">
            <a:extLst>
              <a:ext uri="{FF2B5EF4-FFF2-40B4-BE49-F238E27FC236}">
                <a16:creationId xmlns:a16="http://schemas.microsoft.com/office/drawing/2014/main" id="{B430BF5D-3648-4FA8-9E82-9C3FFA9DA9B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857959" y="5605747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E3C58D7A-1144-40F3-A5A2-E2C8A20B9B2C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372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8A4E0-63A1-4567-B6F2-13D91D4BD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22300-58C0-4AD1-A120-CA2E3F403A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234994"/>
            <a:ext cx="11430000" cy="384048"/>
          </a:xfrm>
        </p:spPr>
        <p:txBody>
          <a:bodyPr/>
          <a:lstStyle/>
          <a:p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A6797-48C6-4420-B292-163D7C7B78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Level 1 text 20pt (with bullet removed; use as optional sub-heading)</a:t>
            </a:r>
          </a:p>
          <a:p>
            <a:r>
              <a:rPr lang="en-US"/>
              <a:t>Level 1 text 20pt bullet (default)</a:t>
            </a:r>
          </a:p>
          <a:p>
            <a:pPr lvl="1"/>
            <a:r>
              <a:rPr lang="en-US"/>
              <a:t>Level 2 text 20pt bullet (en dash)</a:t>
            </a:r>
          </a:p>
          <a:p>
            <a:pPr lvl="2"/>
            <a:r>
              <a:rPr lang="en-GB"/>
              <a:t>Level 3 text 20pt bullet </a:t>
            </a:r>
          </a:p>
          <a:p>
            <a:pPr lvl="3"/>
            <a:r>
              <a:rPr lang="en-US"/>
              <a:t>Level 4 text 18pt bullet (en dash)</a:t>
            </a:r>
          </a:p>
          <a:p>
            <a:pPr lvl="4"/>
            <a:r>
              <a:rPr lang="en-US"/>
              <a:t>Level 5 text 18pt bullet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55B86-5413-41E1-B92A-FA9387F417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148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ADE63-5A12-4076-9DB3-4534D587A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Place headline here (36pt, min 30pt) 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420F026-6F6B-4776-8406-3038C098AA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5B600-5D56-48F5-AD98-68328896CC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Level 1 text 18pt (with bullet removed; use as optional sub-heading)</a:t>
            </a:r>
          </a:p>
          <a:p>
            <a:r>
              <a:rPr lang="en-US"/>
              <a:t>Level 1 text 18pt bullet (default)</a:t>
            </a:r>
          </a:p>
          <a:p>
            <a:pPr lvl="1"/>
            <a:r>
              <a:rPr lang="en-US"/>
              <a:t>Level 2 text 18pt bullet (en dash)</a:t>
            </a:r>
          </a:p>
          <a:p>
            <a:pPr lvl="2"/>
            <a:r>
              <a:rPr lang="en-GB"/>
              <a:t>Level 3 text 18pt bullet </a:t>
            </a:r>
          </a:p>
          <a:p>
            <a:pPr lvl="3"/>
            <a:r>
              <a:rPr lang="en-US"/>
              <a:t>Level 4 text 16pt bullet (en dash)</a:t>
            </a:r>
          </a:p>
          <a:p>
            <a:pPr lvl="4"/>
            <a:r>
              <a:rPr lang="en-US"/>
              <a:t>Level 5 text 16pt bullet</a:t>
            </a:r>
          </a:p>
          <a:p>
            <a:pPr lvl="5"/>
            <a:r>
              <a:rPr lang="en-US"/>
              <a:t>Sixth level 12pt no bullet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497DF-482F-459E-8ACF-2DA6D70CD8DD}"/>
              </a:ext>
            </a:extLst>
          </p:cNvPr>
          <p:cNvSpPr>
            <a:spLocks noGrp="1"/>
          </p:cNvSpPr>
          <p:nvPr>
            <p:ph sz="half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Level 1 text 18pt (with bullet removed; use as optional sub-heading)</a:t>
            </a:r>
          </a:p>
          <a:p>
            <a:r>
              <a:rPr lang="en-US" dirty="0"/>
              <a:t>Level 1 text 18pt bullet (default)</a:t>
            </a:r>
          </a:p>
          <a:p>
            <a:pPr lvl="1"/>
            <a:r>
              <a:rPr lang="en-US" dirty="0"/>
              <a:t>Level 2 text 18pt bullet (</a:t>
            </a:r>
            <a:r>
              <a:rPr lang="en-US" dirty="0" err="1"/>
              <a:t>en</a:t>
            </a:r>
            <a:r>
              <a:rPr lang="en-US" dirty="0"/>
              <a:t> dash)</a:t>
            </a:r>
          </a:p>
          <a:p>
            <a:pPr lvl="2"/>
            <a:r>
              <a:rPr lang="en-GB" dirty="0"/>
              <a:t>Level 3 text 18pt bullet </a:t>
            </a:r>
          </a:p>
          <a:p>
            <a:pPr lvl="3"/>
            <a:r>
              <a:rPr lang="en-US" dirty="0"/>
              <a:t>Level 4 text 16pt bullet (</a:t>
            </a:r>
            <a:r>
              <a:rPr lang="en-US" dirty="0" err="1"/>
              <a:t>en</a:t>
            </a:r>
            <a:r>
              <a:rPr lang="en-US" dirty="0"/>
              <a:t> dash)</a:t>
            </a:r>
          </a:p>
          <a:p>
            <a:pPr lvl="4"/>
            <a:r>
              <a:rPr lang="en-US" dirty="0"/>
              <a:t>Level 5 text 16pt bullet</a:t>
            </a:r>
          </a:p>
          <a:p>
            <a:pPr lvl="5"/>
            <a:r>
              <a:rPr lang="en-US" dirty="0"/>
              <a:t>Sixth level 12pt no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6FC0B-A397-41D6-91DE-4E7111C86C9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418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24BBA-2F34-43A8-A2B7-7E25C30ED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990600"/>
          </a:xfrm>
        </p:spPr>
        <p:txBody>
          <a:bodyPr/>
          <a:lstStyle/>
          <a:p>
            <a:r>
              <a:rPr lang="en-US" dirty="0"/>
              <a:t>Custom table format (Acc_Table_1)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5A15626-60F1-4AEC-A2C6-D4B5C1CACCC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119265689"/>
              </p:ext>
            </p:extLst>
          </p:nvPr>
        </p:nvGraphicFramePr>
        <p:xfrm>
          <a:off x="381000" y="1371600"/>
          <a:ext cx="11430000" cy="2212278"/>
        </p:xfrm>
        <a:graphic>
          <a:graphicData uri="http://schemas.openxmlformats.org/drawingml/2006/table">
            <a:tbl>
              <a:tblPr firstRow="1" bandRow="1">
                <a:tableStyleId>{A0BC3CC4-8867-4C89-9D3F-A6A6B9ED4035}</a:tableStyleId>
              </a:tblPr>
              <a:tblGrid>
                <a:gridCol w="2856871">
                  <a:extLst>
                    <a:ext uri="{9D8B030D-6E8A-4147-A177-3AD203B41FA5}">
                      <a16:colId xmlns:a16="http://schemas.microsoft.com/office/drawing/2014/main" val="1010184748"/>
                    </a:ext>
                  </a:extLst>
                </a:gridCol>
                <a:gridCol w="2856871">
                  <a:extLst>
                    <a:ext uri="{9D8B030D-6E8A-4147-A177-3AD203B41FA5}">
                      <a16:colId xmlns:a16="http://schemas.microsoft.com/office/drawing/2014/main" val="1133044064"/>
                    </a:ext>
                  </a:extLst>
                </a:gridCol>
                <a:gridCol w="2858129">
                  <a:extLst>
                    <a:ext uri="{9D8B030D-6E8A-4147-A177-3AD203B41FA5}">
                      <a16:colId xmlns:a16="http://schemas.microsoft.com/office/drawing/2014/main" val="357236079"/>
                    </a:ext>
                  </a:extLst>
                </a:gridCol>
                <a:gridCol w="2858129">
                  <a:extLst>
                    <a:ext uri="{9D8B030D-6E8A-4147-A177-3AD203B41FA5}">
                      <a16:colId xmlns:a16="http://schemas.microsoft.com/office/drawing/2014/main" val="292641887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Column 1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Arial" panose="020B0503030202060203" pitchFamily="34" charset="0"/>
                        <a:ea typeface="Arial" panose="020B050303020206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Column 2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Arial" panose="020B0503030202060203" pitchFamily="34" charset="0"/>
                        <a:ea typeface="Arial" panose="020B050303020206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Column 3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Arial" panose="020B0503030202060203" pitchFamily="34" charset="0"/>
                        <a:ea typeface="Arial" panose="020B050303020206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Column 4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Arial" panose="020B0503030202060203" pitchFamily="34" charset="0"/>
                        <a:ea typeface="Arial" panose="020B050303020206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 anchor="ctr"/>
                </a:tc>
                <a:extLst>
                  <a:ext uri="{0D108BD9-81ED-4DB2-BD59-A6C34878D82A}">
                    <a16:rowId xmlns:a16="http://schemas.microsoft.com/office/drawing/2014/main" val="24951436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A competency will enable team-oriented emerging principle.</a:t>
                      </a:r>
                      <a:endParaRPr lang="en-US" sz="1400" kern="1200" dirty="0">
                        <a:effectLst/>
                        <a:latin typeface="Arial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Provide agile workflows for integration.</a:t>
                      </a:r>
                      <a:endParaRPr lang="en-US" sz="1400" kern="1200" dirty="0">
                        <a:effectLst/>
                        <a:latin typeface="Arial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>
                          <a:effectLst/>
                        </a:rPr>
                        <a:t>A design-led price point cannot close the loop.</a:t>
                      </a:r>
                      <a:endParaRPr lang="en-US" sz="1400" kern="1200">
                        <a:effectLst/>
                        <a:latin typeface="Arial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>
                          <a:effectLst/>
                        </a:rPr>
                        <a:t>Fiscal revenues ramp up progress on win-win guesstimates.</a:t>
                      </a:r>
                      <a:endParaRPr lang="en-US" sz="1400" kern="1200">
                        <a:effectLst/>
                        <a:latin typeface="Arial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extLst>
                  <a:ext uri="{0D108BD9-81ED-4DB2-BD59-A6C34878D82A}">
                    <a16:rowId xmlns:a16="http://schemas.microsoft.com/office/drawing/2014/main" val="32283406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Fiscal revenues ramp up progress on win-win guesstimates.</a:t>
                      </a:r>
                      <a:endParaRPr lang="en-US" sz="1400" kern="1200" dirty="0">
                        <a:effectLst/>
                        <a:latin typeface="Arial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A design-led price point cannot close the loop.</a:t>
                      </a:r>
                      <a:endParaRPr lang="en-US" sz="1400" kern="1200" dirty="0">
                        <a:effectLst/>
                        <a:latin typeface="Arial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A competency will enable team-oriented emerging principle.</a:t>
                      </a:r>
                      <a:endParaRPr lang="en-US" sz="1400" kern="1200" dirty="0">
                        <a:effectLst/>
                        <a:latin typeface="Arial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A competency will enable team-oriented emerging principle.</a:t>
                      </a:r>
                      <a:endParaRPr lang="en-US" sz="1400" kern="1200" dirty="0">
                        <a:effectLst/>
                        <a:latin typeface="Arial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extLst>
                  <a:ext uri="{0D108BD9-81ED-4DB2-BD59-A6C34878D82A}">
                    <a16:rowId xmlns:a16="http://schemas.microsoft.com/office/drawing/2014/main" val="3247668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A competency will enable team-oriented emerging principle.</a:t>
                      </a:r>
                      <a:endParaRPr lang="en-US" sz="1400" kern="1200" dirty="0">
                        <a:effectLst/>
                        <a:latin typeface="Arial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The mechanism is the delivery system that enables this ability.</a:t>
                      </a:r>
                      <a:endParaRPr lang="en-US" sz="1400" kern="1200" dirty="0">
                        <a:effectLst/>
                        <a:latin typeface="Arial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Provide agile workflows for integration.</a:t>
                      </a:r>
                      <a:endParaRPr lang="en-US" sz="1400" kern="1200" dirty="0">
                        <a:effectLst/>
                        <a:latin typeface="Arial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Customer partnerships grow the time frames.</a:t>
                      </a:r>
                      <a:endParaRPr lang="en-US" sz="1400" kern="1200" dirty="0">
                        <a:effectLst/>
                        <a:latin typeface="Arial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extLst>
                  <a:ext uri="{0D108BD9-81ED-4DB2-BD59-A6C34878D82A}">
                    <a16:rowId xmlns:a16="http://schemas.microsoft.com/office/drawing/2014/main" val="191963286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E001D4-95A2-4E78-B8E1-D1072F8F7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993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D050A-F3DB-4B0A-8C3E-8F4D3EE9C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 key message here 54pt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9C805-7DB5-45F1-9481-6379697BEA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469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DCA-E252-45B6-8790-F0CA74EA4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8524515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Acc_PPT_IMP_Tmplt_Arial_Fixed-Accessibility_2024" id="{933D12F4-E6D8-2544-BB9E-9972CA3939D1}" vid="{E17AB01B-D3BF-AE46-80F5-E0B27047D7E1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6E8BD94-4C5F-4212-A7B2-A3B2366772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Accenture 2020</Template>
  <TotalTime>0</TotalTime>
  <Words>1538</Words>
  <Application>Microsoft Macintosh PowerPoint</Application>
  <PresentationFormat>Widescreen</PresentationFormat>
  <Paragraphs>210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Palatino Linotype</vt:lpstr>
      <vt:lpstr>System Font</vt:lpstr>
      <vt:lpstr>Accenture 2020</vt:lpstr>
      <vt:lpstr>Getting started with this template</vt:lpstr>
      <vt:lpstr>Working with footers</vt:lpstr>
      <vt:lpstr>Working with footers </vt:lpstr>
      <vt:lpstr>How to make your story impactful</vt:lpstr>
      <vt:lpstr>How to structure a great story</vt:lpstr>
      <vt:lpstr>Colors and gradients</vt:lpstr>
      <vt:lpstr>Fonts</vt:lpstr>
      <vt:lpstr>Iconography: Monoline</vt:lpstr>
      <vt:lpstr>Slide Layouts</vt:lpstr>
      <vt:lpstr>Place presentation title here 48pt</vt:lpstr>
      <vt:lpstr>Presentation title 60pt, long title 48pt, max 3 lines</vt:lpstr>
      <vt:lpstr>Section title 54pt</vt:lpstr>
      <vt:lpstr>Section title 54pt </vt:lpstr>
      <vt:lpstr>Agenda title</vt:lpstr>
      <vt:lpstr>Place headline here (36pt, min 30pt)</vt:lpstr>
      <vt:lpstr>Place headline here (36pt, min 30pt) </vt:lpstr>
      <vt:lpstr>Custom table format (Acc_Table_1)</vt:lpstr>
      <vt:lpstr>Place key message here 54pt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Accenture PowerPoint Template 16x9 Arial</dc:subject>
  <dc:creator>Luca La Rosa</dc:creator>
  <cp:lastModifiedBy>Luca La Rosa</cp:lastModifiedBy>
  <cp:revision>1</cp:revision>
  <cp:lastPrinted>2020-11-17T04:05:48Z</cp:lastPrinted>
  <dcterms:created xsi:type="dcterms:W3CDTF">2026-04-20T07:38:34Z</dcterms:created>
  <dcterms:modified xsi:type="dcterms:W3CDTF">2026-04-20T07:39:13Z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